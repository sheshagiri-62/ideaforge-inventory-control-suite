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Roboto"/>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53880D-AEE8-49E5-980D-C442387408B5}">
  <a:tblStyle styleId="{F053880D-AEE8-49E5-980D-C442387408B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3" name="Google Shape;10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407988" y="696913"/>
            <a:ext cx="6196012"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12" name="Google Shape;112;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
        <p:nvSpPr>
          <p:cNvPr id="113" name="Google Shape;113;p2: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lang="en-US"/>
              <a:t>Title of the Project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p:nvPr>
            <p:ph idx="2" type="sldImg"/>
          </p:nvPr>
        </p:nvSpPr>
        <p:spPr>
          <a:xfrm>
            <a:off x="407988" y="696913"/>
            <a:ext cx="6196012"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22" name="Google Shape;122;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
        <p:nvSpPr>
          <p:cNvPr id="123" name="Google Shape;123;p3: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lang="en-US"/>
              <a:t>Title of the Project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361864ad5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361864ad5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g3a361864ad5_0_4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407988" y="696913"/>
            <a:ext cx="6196012"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48" name="Google Shape;148;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
        <p:nvSpPr>
          <p:cNvPr id="149" name="Google Shape;149;p6: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lang="en-US"/>
              <a:t>Title of the Project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99788de65e_1_12:notes"/>
          <p:cNvSpPr/>
          <p:nvPr>
            <p:ph idx="2" type="sldImg"/>
          </p:nvPr>
        </p:nvSpPr>
        <p:spPr>
          <a:xfrm>
            <a:off x="407988" y="696913"/>
            <a:ext cx="61959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g399788de65e_1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59" name="Google Shape;159;g399788de65e_1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
        <p:nvSpPr>
          <p:cNvPr id="160" name="Google Shape;160;g399788de65e_1_12: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lang="en-US"/>
              <a:t>Title of the Project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9788de65e_1_23:notes"/>
          <p:cNvSpPr/>
          <p:nvPr>
            <p:ph idx="2" type="sldImg"/>
          </p:nvPr>
        </p:nvSpPr>
        <p:spPr>
          <a:xfrm>
            <a:off x="407988" y="696913"/>
            <a:ext cx="61959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g399788de65e_1_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70" name="Google Shape;170;g399788de65e_1_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
        <p:nvSpPr>
          <p:cNvPr id="171" name="Google Shape;171;g399788de65e_1_23: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lang="en-US"/>
              <a:t>Title of the Project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9788de65e_1_1:notes"/>
          <p:cNvSpPr/>
          <p:nvPr>
            <p:ph idx="2" type="sldImg"/>
          </p:nvPr>
        </p:nvSpPr>
        <p:spPr>
          <a:xfrm>
            <a:off x="407988" y="696913"/>
            <a:ext cx="6195900" cy="348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399788de65e_1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t/>
            </a:r>
            <a:endParaRPr/>
          </a:p>
        </p:txBody>
      </p:sp>
      <p:sp>
        <p:nvSpPr>
          <p:cNvPr id="181" name="Google Shape;181;g399788de65e_1_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1"/>
              </a:buClr>
              <a:buSzPts val="1800"/>
              <a:buFont typeface="Arial"/>
              <a:buNone/>
            </a:pPr>
            <a:fld id="{00000000-1234-1234-1234-123412341234}" type="slidenum">
              <a:rPr lang="en-US"/>
              <a:t>‹#›</a:t>
            </a:fld>
            <a:endParaRPr/>
          </a:p>
        </p:txBody>
      </p:sp>
      <p:sp>
        <p:nvSpPr>
          <p:cNvPr id="182" name="Google Shape;182;g399788de65e_1_1:notes"/>
          <p:cNvSpPr txBox="1"/>
          <p:nvPr>
            <p:ph idx="3" type="hdr"/>
          </p:nvPr>
        </p:nvSpPr>
        <p:spPr>
          <a:xfrm>
            <a:off x="0" y="0"/>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rPr lang="en-US"/>
              <a:t>Title of the Project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1" name="Google Shape;19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9788de65e_2_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0" name="Google Shape;200;g399788de65e_2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29821deb9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9" name="Google Shape;209;g3a29821deb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361864ad5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361864ad5_0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9" name="Google Shape;219;g3a361864ad5_0_21: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99788de65e_12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99788de65e_12_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8" name="Google Shape;228;g399788de65e_12_3: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29821deb9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5" name="Google Shape;235;g3a29821deb9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99788de65e_2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4" name="Google Shape;244;g399788de65e_2_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9788de65e_2_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3" name="Google Shape;253;g399788de65e_2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9788de65e_2_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2" name="Google Shape;262;g399788de65e_2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99788de65e_2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3" name="Google Shape;273;g399788de65e_2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99788de65e_2_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4" name="Google Shape;284;g399788de65e_2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2" name="Google Shape;29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8" name="Shape 18"/>
        <p:cNvGrpSpPr/>
        <p:nvPr/>
      </p:nvGrpSpPr>
      <p:grpSpPr>
        <a:xfrm>
          <a:off x="0" y="0"/>
          <a:ext cx="0" cy="0"/>
          <a:chOff x="0" y="0"/>
          <a:chExt cx="0" cy="0"/>
        </a:xfrm>
      </p:grpSpPr>
      <p:sp>
        <p:nvSpPr>
          <p:cNvPr id="19" name="Google Shape;19;p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4" name="Shape 24"/>
        <p:cNvGrpSpPr/>
        <p:nvPr/>
      </p:nvGrpSpPr>
      <p:grpSpPr>
        <a:xfrm>
          <a:off x="0" y="0"/>
          <a:ext cx="0" cy="0"/>
          <a:chOff x="0" y="0"/>
          <a:chExt cx="0" cy="0"/>
        </a:xfrm>
      </p:grpSpPr>
      <p:sp>
        <p:nvSpPr>
          <p:cNvPr id="25" name="Google Shape;25;p3"/>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3"/>
          <p:cNvSpPr txBox="1"/>
          <p:nvPr>
            <p:ph idx="1" type="subTitle"/>
          </p:nvPr>
        </p:nvSpPr>
        <p:spPr>
          <a:xfrm>
            <a:off x="1100051" y="4455620"/>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9" name="Google Shape;29;p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cxnSp>
        <p:nvCxnSpPr>
          <p:cNvPr id="32" name="Google Shape;32;p3"/>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6" name="Google Shape;36;p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39" name="Shape 39"/>
        <p:cNvGrpSpPr/>
        <p:nvPr/>
      </p:nvGrpSpPr>
      <p:grpSpPr>
        <a:xfrm>
          <a:off x="0" y="0"/>
          <a:ext cx="0" cy="0"/>
          <a:chOff x="0" y="0"/>
          <a:chExt cx="0" cy="0"/>
        </a:xfrm>
      </p:grpSpPr>
      <p:sp>
        <p:nvSpPr>
          <p:cNvPr id="40" name="Google Shape;40;p5"/>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262626"/>
              </a:buClr>
              <a:buSzPts val="8000"/>
              <a:buFont typeface="Calibri"/>
              <a:buNone/>
              <a:defRPr b="0"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4" name="Google Shape;44;p5"/>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cxnSp>
        <p:nvCxnSpPr>
          <p:cNvPr id="47" name="Google Shape;47;p5"/>
          <p:cNvCxnSpPr/>
          <p:nvPr/>
        </p:nvCxnSpPr>
        <p:spPr>
          <a:xfrm>
            <a:off x="1207658" y="4343400"/>
            <a:ext cx="9875520" cy="0"/>
          </a:xfrm>
          <a:prstGeom prst="straightConnector1">
            <a:avLst/>
          </a:prstGeom>
          <a:noFill/>
          <a:ln cap="flat" cmpd="sng" w="9525">
            <a:solidFill>
              <a:srgbClr val="7F7F7F"/>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1097279"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6"/>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2" name="Google Shape;52;p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7"/>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8" name="Google Shape;58;p7"/>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7"/>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dk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0" name="Google Shape;60;p7"/>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1" name="Google Shape;61;p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8"/>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69" name="Shape 69"/>
        <p:cNvGrpSpPr/>
        <p:nvPr/>
      </p:nvGrpSpPr>
      <p:grpSpPr>
        <a:xfrm>
          <a:off x="0" y="0"/>
          <a:ext cx="0" cy="0"/>
          <a:chOff x="0" y="0"/>
          <a:chExt cx="0" cy="0"/>
        </a:xfrm>
      </p:grpSpPr>
      <p:sp>
        <p:nvSpPr>
          <p:cNvPr id="70" name="Google Shape;70;p9"/>
          <p:cNvSpPr/>
          <p:nvPr/>
        </p:nvSpPr>
        <p:spPr>
          <a:xfrm>
            <a:off x="16" y="0"/>
            <a:ext cx="4050791"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9"/>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9"/>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9"/>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4" name="Google Shape;74;p9"/>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5" name="Google Shape;75;p9"/>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1pPr>
            <a:lvl2pPr indent="0" lvl="1"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2pPr>
            <a:lvl3pPr indent="0" lvl="2"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3pPr>
            <a:lvl4pPr indent="0" lvl="3"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4pPr>
            <a:lvl5pPr indent="0" lvl="4"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5pPr>
            <a:lvl6pPr indent="0" lvl="5"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6pPr>
            <a:lvl7pPr indent="0" lvl="6"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7pPr>
            <a:lvl8pPr indent="0" lvl="7"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8pPr>
            <a:lvl9pPr indent="0" lvl="8" marL="0" marR="0" algn="r">
              <a:spcBef>
                <a:spcPts val="0"/>
              </a:spcBef>
              <a:spcAft>
                <a:spcPts val="0"/>
              </a:spcAft>
              <a:buClr>
                <a:schemeClr val="dk2"/>
              </a:buClr>
              <a:buSzPts val="1050"/>
              <a:buFont typeface="Calibri"/>
              <a:buNone/>
              <a:defRPr b="0" i="0" sz="1050"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78" name="Shape 78"/>
        <p:cNvGrpSpPr/>
        <p:nvPr/>
      </p:nvGrpSpPr>
      <p:grpSpPr>
        <a:xfrm>
          <a:off x="0" y="0"/>
          <a:ext cx="0" cy="0"/>
          <a:chOff x="0" y="0"/>
          <a:chExt cx="0" cy="0"/>
        </a:xfrm>
      </p:grpSpPr>
      <p:sp>
        <p:nvSpPr>
          <p:cNvPr id="79" name="Google Shape;79;p10"/>
          <p:cNvSpPr/>
          <p:nvPr/>
        </p:nvSpPr>
        <p:spPr>
          <a:xfrm>
            <a:off x="0" y="4953000"/>
            <a:ext cx="12188825" cy="1905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0"/>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0"/>
          <p:cNvSpPr txBox="1"/>
          <p:nvPr>
            <p:ph type="title"/>
          </p:nvPr>
        </p:nvSpPr>
        <p:spPr>
          <a:xfrm>
            <a:off x="1097280" y="5074920"/>
            <a:ext cx="10113264"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82" name="Google Shape;82;p10"/>
          <p:cNvPicPr preferRelativeResize="0"/>
          <p:nvPr>
            <p:ph idx="2" type="pic"/>
          </p:nvPr>
        </p:nvPicPr>
        <p:blipFill/>
        <p:spPr>
          <a:xfrm>
            <a:off x="15" y="0"/>
            <a:ext cx="12191985" cy="4915076"/>
          </a:xfrm>
          <a:prstGeom prst="rect">
            <a:avLst/>
          </a:prstGeom>
          <a:blipFill rotWithShape="1">
            <a:blip r:embed="rId2">
              <a:alphaModFix/>
            </a:blip>
            <a:stretch>
              <a:fillRect b="0" l="0" r="0" t="0"/>
            </a:stretch>
          </a:blipFill>
          <a:ln>
            <a:noFill/>
          </a:ln>
        </p:spPr>
      </p:pic>
      <p:sp>
        <p:nvSpPr>
          <p:cNvPr id="83" name="Google Shape;83;p10"/>
          <p:cNvSpPr txBox="1"/>
          <p:nvPr>
            <p:ph idx="1" type="body"/>
          </p:nvPr>
        </p:nvSpPr>
        <p:spPr>
          <a:xfrm>
            <a:off x="1097280" y="5907023"/>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4" name="Google Shape;84;p1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1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1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1"/>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0" name="Google Shape;90;p1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93" name="Shape 93"/>
        <p:cNvGrpSpPr/>
        <p:nvPr/>
      </p:nvGrpSpPr>
      <p:grpSpPr>
        <a:xfrm>
          <a:off x="0" y="0"/>
          <a:ext cx="0" cy="0"/>
          <a:chOff x="0" y="0"/>
          <a:chExt cx="0" cy="0"/>
        </a:xfrm>
      </p:grpSpPr>
      <p:sp>
        <p:nvSpPr>
          <p:cNvPr id="94" name="Google Shape;94;p12"/>
          <p:cNvSpPr/>
          <p:nvPr/>
        </p:nvSpPr>
        <p:spPr>
          <a:xfrm>
            <a:off x="3175" y="6400800"/>
            <a:ext cx="12188825"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2"/>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2"/>
          <p:cNvSpPr txBox="1"/>
          <p:nvPr>
            <p:ph type="title"/>
          </p:nvPr>
        </p:nvSpPr>
        <p:spPr>
          <a:xfrm rot="5400000">
            <a:off x="7160640" y="1979039"/>
            <a:ext cx="5757421"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2"/>
          <p:cNvSpPr txBox="1"/>
          <p:nvPr>
            <p:ph idx="1" type="body"/>
          </p:nvPr>
        </p:nvSpPr>
        <p:spPr>
          <a:xfrm rot="5400000">
            <a:off x="1826639" y="-573661"/>
            <a:ext cx="5757422"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8" name="Google Shape;98;p1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rgbClr val="FFFFFF"/>
              </a:buClr>
              <a:buSzPts val="1000"/>
              <a:buFont typeface="Calibri"/>
              <a:buNone/>
              <a:defRPr/>
            </a:lvl1pPr>
            <a:lvl2pPr indent="0" lvl="1" marL="0" algn="r">
              <a:spcBef>
                <a:spcPts val="0"/>
              </a:spcBef>
              <a:spcAft>
                <a:spcPts val="0"/>
              </a:spcAft>
              <a:buClr>
                <a:srgbClr val="FFFFFF"/>
              </a:buClr>
              <a:buSzPts val="1000"/>
              <a:buFont typeface="Calibri"/>
              <a:buNone/>
              <a:defRPr/>
            </a:lvl2pPr>
            <a:lvl3pPr indent="0" lvl="2" marL="0" algn="r">
              <a:spcBef>
                <a:spcPts val="0"/>
              </a:spcBef>
              <a:spcAft>
                <a:spcPts val="0"/>
              </a:spcAft>
              <a:buClr>
                <a:srgbClr val="FFFFFF"/>
              </a:buClr>
              <a:buSzPts val="1000"/>
              <a:buFont typeface="Calibri"/>
              <a:buNone/>
              <a:defRPr/>
            </a:lvl3pPr>
            <a:lvl4pPr indent="0" lvl="3" marL="0" algn="r">
              <a:spcBef>
                <a:spcPts val="0"/>
              </a:spcBef>
              <a:spcAft>
                <a:spcPts val="0"/>
              </a:spcAft>
              <a:buClr>
                <a:srgbClr val="FFFFFF"/>
              </a:buClr>
              <a:buSzPts val="1000"/>
              <a:buFont typeface="Calibri"/>
              <a:buNone/>
              <a:defRPr/>
            </a:lvl4pPr>
            <a:lvl5pPr indent="0" lvl="4" marL="0" algn="r">
              <a:spcBef>
                <a:spcPts val="0"/>
              </a:spcBef>
              <a:spcAft>
                <a:spcPts val="0"/>
              </a:spcAft>
              <a:buClr>
                <a:srgbClr val="FFFFFF"/>
              </a:buClr>
              <a:buSzPts val="1000"/>
              <a:buFont typeface="Calibri"/>
              <a:buNone/>
              <a:defRPr/>
            </a:lvl5pPr>
            <a:lvl6pPr indent="0" lvl="5" marL="0" algn="r">
              <a:spcBef>
                <a:spcPts val="0"/>
              </a:spcBef>
              <a:spcAft>
                <a:spcPts val="0"/>
              </a:spcAft>
              <a:buClr>
                <a:srgbClr val="FFFFFF"/>
              </a:buClr>
              <a:buSzPts val="1000"/>
              <a:buFont typeface="Calibri"/>
              <a:buNone/>
              <a:defRPr/>
            </a:lvl6pPr>
            <a:lvl7pPr indent="0" lvl="6" marL="0" algn="r">
              <a:spcBef>
                <a:spcPts val="0"/>
              </a:spcBef>
              <a:spcAft>
                <a:spcPts val="0"/>
              </a:spcAft>
              <a:buClr>
                <a:srgbClr val="FFFFFF"/>
              </a:buClr>
              <a:buSzPts val="1000"/>
              <a:buFont typeface="Calibri"/>
              <a:buNone/>
              <a:defRPr/>
            </a:lvl7pPr>
            <a:lvl8pPr indent="0" lvl="7" marL="0" algn="r">
              <a:spcBef>
                <a:spcPts val="0"/>
              </a:spcBef>
              <a:spcAft>
                <a:spcPts val="0"/>
              </a:spcAft>
              <a:buClr>
                <a:srgbClr val="FFFFFF"/>
              </a:buClr>
              <a:buSzPts val="1000"/>
              <a:buFont typeface="Calibri"/>
              <a:buNone/>
              <a:defRPr/>
            </a:lvl8pPr>
            <a:lvl9pPr indent="0" lvl="8" marL="0" algn="r">
              <a:spcBef>
                <a:spcPts val="0"/>
              </a:spcBef>
              <a:spcAft>
                <a:spcPts val="0"/>
              </a:spcAft>
              <a:buClr>
                <a:srgbClr val="FFFFFF"/>
              </a:buClr>
              <a:buSzPts val="1000"/>
              <a:buFont typeface="Calibri"/>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1" y="6400800"/>
            <a:ext cx="12192000" cy="4572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0" y="6334316"/>
            <a:ext cx="12192001" cy="659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3F3F3F"/>
              </a:buClr>
              <a:buSzPts val="4800"/>
              <a:buFont typeface="Calibri"/>
              <a:buNone/>
              <a:defRPr b="0"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3F3F3F"/>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sp>
        <p:nvSpPr>
          <p:cNvPr id="14" name="Google Shape;14;p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1pPr>
            <a:lvl2pPr indent="0" lvl="1"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2pPr>
            <a:lvl3pPr indent="0" lvl="2"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3pPr>
            <a:lvl4pPr indent="0" lvl="3"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4pPr>
            <a:lvl5pPr indent="0" lvl="4"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5pPr>
            <a:lvl6pPr indent="0" lvl="5"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6pPr>
            <a:lvl7pPr indent="0" lvl="6"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7pPr>
            <a:lvl8pPr indent="0" lvl="7"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8pPr>
            <a:lvl9pPr indent="0" lvl="8" marL="0" marR="0" rtl="0" algn="r">
              <a:spcBef>
                <a:spcPts val="0"/>
              </a:spcBef>
              <a:spcAft>
                <a:spcPts val="0"/>
              </a:spcAft>
              <a:buClr>
                <a:srgbClr val="FFFFFF"/>
              </a:buClr>
              <a:buSzPts val="1050"/>
              <a:buFont typeface="Calibri"/>
              <a:buNone/>
              <a:defRPr b="0" i="0" sz="105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1"/>
          <p:cNvCxnSpPr/>
          <p:nvPr/>
        </p:nvCxnSpPr>
        <p:spPr>
          <a:xfrm>
            <a:off x="1193532" y="1737845"/>
            <a:ext cx="9966960" cy="0"/>
          </a:xfrm>
          <a:prstGeom prst="straightConnector1">
            <a:avLst/>
          </a:prstGeom>
          <a:noFill/>
          <a:ln cap="flat" cmpd="sng" w="9525">
            <a:solidFill>
              <a:srgbClr val="7F7F7F"/>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github.com/pestechnology/PESU_RR_CSE_H_P59_Command_line_based_Inventory_Management_Idea-Forge/blob/main/docs/IdeaForge-SRS.docx" TargetMode="External"/><Relationship Id="rId9" Type="http://schemas.openxmlformats.org/officeDocument/2006/relationships/hyperlink" Target="https://github.com/pestechnology/PESU_RR_CSE_H_P59_Command_line_based_Inventory_Management_Idea-Forge/blob/main/docs/Retrospective.docx" TargetMode="External"/><Relationship Id="rId5" Type="http://schemas.openxmlformats.org/officeDocument/2006/relationships/hyperlink" Target="https://github.com/pestechnology/PESU_RR_CSE_H_P59_Command_line_based_Inventory_Management_Idea-Forge/blob/main/docs/Software_Test_Plan_IMS.docx" TargetMode="External"/><Relationship Id="rId6" Type="http://schemas.openxmlformats.org/officeDocument/2006/relationships/hyperlink" Target="https://github.com/pestechnology/PESU_RR_CSE_H_P59_Command_line_based_Inventory_Management_Idea-Forge/blob/main/docs/IdeaForge_SAD.docx" TargetMode="External"/><Relationship Id="rId7" Type="http://schemas.openxmlformats.org/officeDocument/2006/relationships/hyperlink" Target="https://shruthana-j-2024-batch-cse-pes-university.atlassian.net/jira/software/projects/INV/summary" TargetMode="External"/><Relationship Id="rId8" Type="http://schemas.openxmlformats.org/officeDocument/2006/relationships/hyperlink" Target="https://github.com/pestechnology/PESU_RR_CSE_H_P59_Command_line_based_Inventory_Management_Idea-Forg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png"/><Relationship Id="rId5"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shruthana-j-2024-batch-cse-pes-university.atlassian.net/browse/INV-2?atlOrigin=eyJpIjoiODdmNWY1MDAzOWEyNDUzMGE5Yzg3NGQ1NmZkYTZjNzEiLCJwIjoiaiJ9" TargetMode="External"/><Relationship Id="rId4" Type="http://schemas.openxmlformats.org/officeDocument/2006/relationships/hyperlink" Target="https://github.com/pestechnology/PESU_RR_CSE_H_P59_Command_line_based_Inventory_Management_Idea-Forge/commit/39396a3004bb6a1833a41c73bce962bdff909448" TargetMode="External"/><Relationship Id="rId5" Type="http://schemas.openxmlformats.org/officeDocument/2006/relationships/hyperlink" Target="https://shruthana-j-2024-batch-cse-pes-university.atlassian.net/browse/INV-9?atlOrigin=eyJpIjoiMjMwNmU5ODU1ZWQzNDkxMTlkOTU2ZWQ4ZDBmNDMzNTYiLCJwIjoiaiJ9" TargetMode="External"/><Relationship Id="rId6" Type="http://schemas.openxmlformats.org/officeDocument/2006/relationships/hyperlink" Target="https://github.com/pestechnology/PESU_RR_CSE_H_P59_Command_line_based_Inventory_Management_Idea-Forge/commit/4bd98b6f7e5eed1133d163e1cd2cb93171cc748b" TargetMode="External"/><Relationship Id="rId7"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7.png"/><Relationship Id="rId6"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21.png"/><Relationship Id="rId6"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3"/>
          <p:cNvSpPr/>
          <p:nvPr/>
        </p:nvSpPr>
        <p:spPr>
          <a:xfrm>
            <a:off x="414750" y="1494700"/>
            <a:ext cx="11362500" cy="1446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rebuchet MS"/>
              <a:buNone/>
            </a:pPr>
            <a:r>
              <a:rPr b="1" i="0" lang="en-US" sz="2800" u="none" cap="none" strike="noStrike">
                <a:solidFill>
                  <a:schemeClr val="dk1"/>
                </a:solidFill>
                <a:latin typeface="Trebuchet MS"/>
                <a:ea typeface="Trebuchet MS"/>
                <a:cs typeface="Trebuchet MS"/>
                <a:sym typeface="Trebuchet MS"/>
              </a:rPr>
              <a:t>UE23CS3</a:t>
            </a:r>
            <a:r>
              <a:rPr b="1" lang="en-US" sz="2800">
                <a:solidFill>
                  <a:schemeClr val="dk1"/>
                </a:solidFill>
                <a:latin typeface="Trebuchet MS"/>
                <a:ea typeface="Trebuchet MS"/>
                <a:cs typeface="Trebuchet MS"/>
                <a:sym typeface="Trebuchet MS"/>
              </a:rPr>
              <a:t>41</a:t>
            </a:r>
            <a:r>
              <a:rPr b="1" i="0" lang="en-US" sz="2800" u="none" cap="none" strike="noStrike">
                <a:solidFill>
                  <a:schemeClr val="dk1"/>
                </a:solidFill>
                <a:latin typeface="Trebuchet MS"/>
                <a:ea typeface="Trebuchet MS"/>
                <a:cs typeface="Trebuchet MS"/>
                <a:sym typeface="Trebuchet MS"/>
              </a:rPr>
              <a:t>A – </a:t>
            </a:r>
            <a:r>
              <a:rPr b="1" lang="en-US" sz="2800"/>
              <a:t>Command-line based Inventory Management</a:t>
            </a:r>
            <a:endParaRPr b="1" sz="2800"/>
          </a:p>
          <a:p>
            <a:pPr indent="0" lvl="0" marL="0" marR="0" rtl="0" algn="ctr">
              <a:lnSpc>
                <a:spcPct val="100000"/>
              </a:lnSpc>
              <a:spcBef>
                <a:spcPts val="0"/>
              </a:spcBef>
              <a:spcAft>
                <a:spcPts val="0"/>
              </a:spcAft>
              <a:buClr>
                <a:schemeClr val="dk1"/>
              </a:buClr>
              <a:buSzPts val="2800"/>
              <a:buFont typeface="Trebuchet MS"/>
              <a:buNone/>
            </a:pPr>
            <a:r>
              <a:t/>
            </a:r>
            <a:endParaRPr b="1" sz="2800">
              <a:solidFill>
                <a:schemeClr val="dk1"/>
              </a:solidFill>
              <a:latin typeface="Trebuchet MS"/>
              <a:ea typeface="Trebuchet MS"/>
              <a:cs typeface="Trebuchet MS"/>
              <a:sym typeface="Trebuchet MS"/>
            </a:endParaRPr>
          </a:p>
          <a:p>
            <a:pPr indent="0" lvl="0" marL="0" marR="0" rtl="0" algn="ctr">
              <a:lnSpc>
                <a:spcPct val="100000"/>
              </a:lnSpc>
              <a:spcBef>
                <a:spcPts val="0"/>
              </a:spcBef>
              <a:spcAft>
                <a:spcPts val="0"/>
              </a:spcAft>
              <a:buClr>
                <a:schemeClr val="dk1"/>
              </a:buClr>
              <a:buSzPts val="3200"/>
              <a:buFont typeface="Calibri"/>
              <a:buNone/>
            </a:pPr>
            <a:r>
              <a:t/>
            </a:r>
            <a:endParaRPr b="1" i="0" sz="3200" u="none" cap="none" strike="noStrike">
              <a:solidFill>
                <a:schemeClr val="dk1"/>
              </a:solidFill>
              <a:latin typeface="Trebuchet MS"/>
              <a:ea typeface="Trebuchet MS"/>
              <a:cs typeface="Trebuchet MS"/>
              <a:sym typeface="Trebuchet MS"/>
            </a:endParaRPr>
          </a:p>
        </p:txBody>
      </p:sp>
      <p:pic>
        <p:nvPicPr>
          <p:cNvPr id="106" name="Google Shape;106;p13"/>
          <p:cNvPicPr preferRelativeResize="0"/>
          <p:nvPr/>
        </p:nvPicPr>
        <p:blipFill rotWithShape="1">
          <a:blip r:embed="rId3">
            <a:alphaModFix/>
          </a:blip>
          <a:srcRect b="0" l="0" r="0" t="4970"/>
          <a:stretch/>
        </p:blipFill>
        <p:spPr>
          <a:xfrm>
            <a:off x="10851700" y="0"/>
            <a:ext cx="1282300" cy="1560350"/>
          </a:xfrm>
          <a:prstGeom prst="rect">
            <a:avLst/>
          </a:prstGeom>
          <a:noFill/>
          <a:ln>
            <a:noFill/>
          </a:ln>
        </p:spPr>
      </p:pic>
      <p:sp>
        <p:nvSpPr>
          <p:cNvPr id="107" name="Google Shape;107;p13"/>
          <p:cNvSpPr txBox="1"/>
          <p:nvPr/>
        </p:nvSpPr>
        <p:spPr>
          <a:xfrm>
            <a:off x="3475150" y="2183950"/>
            <a:ext cx="5560500" cy="1446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2400" u="none" cap="none" strike="noStrike">
                <a:solidFill>
                  <a:srgbClr val="E48312"/>
                </a:solidFill>
                <a:latin typeface="Trebuchet MS"/>
                <a:ea typeface="Trebuchet MS"/>
                <a:cs typeface="Trebuchet MS"/>
                <a:sym typeface="Trebuchet MS"/>
              </a:rPr>
              <a:t>Project ID      </a:t>
            </a:r>
            <a:r>
              <a:rPr lang="en-US" sz="2400">
                <a:solidFill>
                  <a:srgbClr val="E48312"/>
                </a:solidFill>
                <a:latin typeface="Trebuchet MS"/>
                <a:ea typeface="Trebuchet MS"/>
                <a:cs typeface="Trebuchet MS"/>
                <a:sym typeface="Trebuchet MS"/>
              </a:rPr>
              <a:t> </a:t>
            </a:r>
            <a:r>
              <a:rPr b="0" i="0" lang="en-US" sz="2400" u="none" cap="none" strike="noStrike">
                <a:solidFill>
                  <a:srgbClr val="E48312"/>
                </a:solidFill>
                <a:latin typeface="Trebuchet MS"/>
                <a:ea typeface="Trebuchet MS"/>
                <a:cs typeface="Trebuchet MS"/>
                <a:sym typeface="Trebuchet MS"/>
              </a:rPr>
              <a:t>: </a:t>
            </a:r>
            <a:r>
              <a:rPr lang="en-US" sz="2400">
                <a:solidFill>
                  <a:srgbClr val="E48312"/>
                </a:solidFill>
                <a:latin typeface="Trebuchet MS"/>
                <a:ea typeface="Trebuchet MS"/>
                <a:cs typeface="Trebuchet MS"/>
                <a:sym typeface="Trebuchet MS"/>
              </a:rPr>
              <a:t>P_59</a:t>
            </a:r>
            <a:r>
              <a:rPr b="0" i="0" lang="en-US" sz="2400" u="none" cap="none" strike="noStrike">
                <a:solidFill>
                  <a:srgbClr val="E48312"/>
                </a:solidFill>
                <a:latin typeface="Trebuchet MS"/>
                <a:ea typeface="Trebuchet MS"/>
                <a:cs typeface="Trebuchet MS"/>
                <a:sym typeface="Trebuchet MS"/>
              </a:rPr>
              <a:t> </a:t>
            </a:r>
            <a:endParaRPr sz="1050">
              <a:solidFill>
                <a:srgbClr val="5F6368"/>
              </a:solidFill>
              <a:highlight>
                <a:srgbClr val="FFFFFF"/>
              </a:highlight>
              <a:latin typeface="Roboto"/>
              <a:ea typeface="Roboto"/>
              <a:cs typeface="Roboto"/>
              <a:sym typeface="Roboto"/>
            </a:endParaRPr>
          </a:p>
          <a:p>
            <a:pPr indent="0" lvl="0" marL="0" marR="0" rtl="0" algn="l">
              <a:spcBef>
                <a:spcPts val="0"/>
              </a:spcBef>
              <a:spcAft>
                <a:spcPts val="0"/>
              </a:spcAft>
              <a:buNone/>
            </a:pPr>
            <a:r>
              <a:rPr b="0" i="0" lang="en-US" sz="2400" u="none" cap="none" strike="noStrike">
                <a:solidFill>
                  <a:srgbClr val="E48312"/>
                </a:solidFill>
                <a:latin typeface="Trebuchet MS"/>
                <a:ea typeface="Trebuchet MS"/>
                <a:cs typeface="Trebuchet MS"/>
                <a:sym typeface="Trebuchet MS"/>
              </a:rPr>
              <a:t>Team</a:t>
            </a:r>
            <a:r>
              <a:rPr lang="en-US" sz="2400">
                <a:solidFill>
                  <a:srgbClr val="E48312"/>
                </a:solidFill>
                <a:latin typeface="Trebuchet MS"/>
                <a:ea typeface="Trebuchet MS"/>
                <a:cs typeface="Trebuchet MS"/>
                <a:sym typeface="Trebuchet MS"/>
              </a:rPr>
              <a:t> </a:t>
            </a:r>
            <a:r>
              <a:rPr b="0" i="0" lang="en-US" sz="2400" u="none" cap="none" strike="noStrike">
                <a:solidFill>
                  <a:srgbClr val="E48312"/>
                </a:solidFill>
                <a:latin typeface="Trebuchet MS"/>
                <a:ea typeface="Trebuchet MS"/>
                <a:cs typeface="Trebuchet MS"/>
                <a:sym typeface="Trebuchet MS"/>
              </a:rPr>
              <a:t>Name    : </a:t>
            </a:r>
            <a:r>
              <a:rPr lang="en-US" sz="2400">
                <a:solidFill>
                  <a:srgbClr val="E48312"/>
                </a:solidFill>
                <a:latin typeface="Trebuchet MS"/>
                <a:ea typeface="Trebuchet MS"/>
                <a:cs typeface="Trebuchet MS"/>
                <a:sym typeface="Trebuchet MS"/>
              </a:rPr>
              <a:t>IDEA FORGE</a:t>
            </a:r>
            <a:r>
              <a:rPr lang="en-US" sz="2400">
                <a:solidFill>
                  <a:schemeClr val="accent1"/>
                </a:solidFill>
                <a:latin typeface="Trebuchet MS"/>
                <a:ea typeface="Trebuchet MS"/>
                <a:cs typeface="Trebuchet MS"/>
                <a:sym typeface="Trebuchet MS"/>
              </a:rPr>
              <a:t>    </a:t>
            </a:r>
            <a:endParaRPr sz="2400">
              <a:solidFill>
                <a:schemeClr val="accent1"/>
              </a:solidFill>
              <a:latin typeface="Trebuchet MS"/>
              <a:ea typeface="Trebuchet MS"/>
              <a:cs typeface="Trebuchet MS"/>
              <a:sym typeface="Trebuchet MS"/>
            </a:endParaRPr>
          </a:p>
          <a:p>
            <a:pPr indent="0" lvl="0" marL="0" marR="0" rtl="0" algn="l">
              <a:spcBef>
                <a:spcPts val="0"/>
              </a:spcBef>
              <a:spcAft>
                <a:spcPts val="0"/>
              </a:spcAft>
              <a:buNone/>
            </a:pPr>
            <a:r>
              <a:rPr lang="en-US" sz="2400">
                <a:solidFill>
                  <a:schemeClr val="accent1"/>
                </a:solidFill>
                <a:latin typeface="Trebuchet MS"/>
                <a:ea typeface="Trebuchet MS"/>
                <a:cs typeface="Trebuchet MS"/>
                <a:sym typeface="Trebuchet MS"/>
              </a:rPr>
              <a:t>            </a:t>
            </a:r>
            <a:endParaRPr sz="2400">
              <a:solidFill>
                <a:schemeClr val="accent1"/>
              </a:solidFill>
              <a:latin typeface="Trebuchet MS"/>
              <a:ea typeface="Trebuchet MS"/>
              <a:cs typeface="Trebuchet MS"/>
              <a:sym typeface="Trebuchet MS"/>
            </a:endParaRPr>
          </a:p>
          <a:p>
            <a:pPr indent="0" lvl="0" marL="0" marR="0" rtl="0" algn="l">
              <a:spcBef>
                <a:spcPts val="0"/>
              </a:spcBef>
              <a:spcAft>
                <a:spcPts val="0"/>
              </a:spcAft>
              <a:buNone/>
            </a:pPr>
            <a:r>
              <a:t/>
            </a:r>
            <a:endParaRPr sz="2400">
              <a:solidFill>
                <a:srgbClr val="E48312"/>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0033CC"/>
              </a:solidFill>
              <a:latin typeface="Trebuchet MS"/>
              <a:ea typeface="Trebuchet MS"/>
              <a:cs typeface="Trebuchet MS"/>
              <a:sym typeface="Trebuchet MS"/>
            </a:endParaRPr>
          </a:p>
        </p:txBody>
      </p:sp>
      <p:sp>
        <p:nvSpPr>
          <p:cNvPr id="108" name="Google Shape;108;p13"/>
          <p:cNvSpPr txBox="1"/>
          <p:nvPr/>
        </p:nvSpPr>
        <p:spPr>
          <a:xfrm>
            <a:off x="1713175" y="3761025"/>
            <a:ext cx="8105100" cy="21831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2400">
                <a:solidFill>
                  <a:srgbClr val="E48312"/>
                </a:solidFill>
                <a:latin typeface="Trebuchet MS"/>
                <a:ea typeface="Trebuchet MS"/>
                <a:cs typeface="Trebuchet MS"/>
                <a:sym typeface="Trebuchet MS"/>
              </a:rPr>
              <a:t>TEAM MEMBERS:</a:t>
            </a:r>
            <a:endParaRPr sz="2400">
              <a:solidFill>
                <a:srgbClr val="E48312"/>
              </a:solidFill>
              <a:latin typeface="Trebuchet MS"/>
              <a:ea typeface="Trebuchet MS"/>
              <a:cs typeface="Trebuchet MS"/>
              <a:sym typeface="Trebuchet MS"/>
            </a:endParaRPr>
          </a:p>
          <a:p>
            <a:pPr indent="0" lvl="0" marL="0" marR="0" rtl="0" algn="ctr">
              <a:spcBef>
                <a:spcPts val="0"/>
              </a:spcBef>
              <a:spcAft>
                <a:spcPts val="0"/>
              </a:spcAft>
              <a:buNone/>
            </a:pPr>
            <a:r>
              <a:rPr lang="en-US" sz="2400">
                <a:solidFill>
                  <a:schemeClr val="accent1"/>
                </a:solidFill>
                <a:latin typeface="Trebuchet MS"/>
                <a:ea typeface="Trebuchet MS"/>
                <a:cs typeface="Trebuchet MS"/>
                <a:sym typeface="Trebuchet MS"/>
              </a:rPr>
              <a:t>RANJITA HARAVI -  PES1UG23CS473</a:t>
            </a:r>
            <a:endParaRPr sz="2400">
              <a:solidFill>
                <a:schemeClr val="accent1"/>
              </a:solidFill>
              <a:latin typeface="Trebuchet MS"/>
              <a:ea typeface="Trebuchet MS"/>
              <a:cs typeface="Trebuchet MS"/>
              <a:sym typeface="Trebuchet MS"/>
            </a:endParaRPr>
          </a:p>
          <a:p>
            <a:pPr indent="0" lvl="0" marL="0" marR="0" rtl="0" algn="ctr">
              <a:spcBef>
                <a:spcPts val="0"/>
              </a:spcBef>
              <a:spcAft>
                <a:spcPts val="0"/>
              </a:spcAft>
              <a:buNone/>
            </a:pPr>
            <a:r>
              <a:rPr lang="en-US" sz="2400">
                <a:solidFill>
                  <a:schemeClr val="accent1"/>
                </a:solidFill>
                <a:latin typeface="Trebuchet MS"/>
                <a:ea typeface="Trebuchet MS"/>
                <a:cs typeface="Trebuchet MS"/>
                <a:sym typeface="Trebuchet MS"/>
              </a:rPr>
              <a:t>SHESHGIRI S	     -  PES1UG24CS832</a:t>
            </a:r>
            <a:endParaRPr sz="2400">
              <a:solidFill>
                <a:schemeClr val="accent1"/>
              </a:solidFill>
              <a:latin typeface="Trebuchet MS"/>
              <a:ea typeface="Trebuchet MS"/>
              <a:cs typeface="Trebuchet MS"/>
              <a:sym typeface="Trebuchet MS"/>
            </a:endParaRPr>
          </a:p>
          <a:p>
            <a:pPr indent="0" lvl="0" marL="0" marR="0" rtl="0" algn="ctr">
              <a:spcBef>
                <a:spcPts val="0"/>
              </a:spcBef>
              <a:spcAft>
                <a:spcPts val="0"/>
              </a:spcAft>
              <a:buNone/>
            </a:pPr>
            <a:r>
              <a:rPr lang="en-US" sz="2400">
                <a:solidFill>
                  <a:schemeClr val="accent1"/>
                </a:solidFill>
                <a:latin typeface="Trebuchet MS"/>
                <a:ea typeface="Trebuchet MS"/>
                <a:cs typeface="Trebuchet MS"/>
                <a:sym typeface="Trebuchet MS"/>
              </a:rPr>
              <a:t>SHRUTHANA J    -  </a:t>
            </a:r>
            <a:r>
              <a:rPr lang="en-US" sz="2400">
                <a:solidFill>
                  <a:schemeClr val="accent1"/>
                </a:solidFill>
                <a:latin typeface="Trebuchet MS"/>
                <a:ea typeface="Trebuchet MS"/>
                <a:cs typeface="Trebuchet MS"/>
                <a:sym typeface="Trebuchet MS"/>
              </a:rPr>
              <a:t>PES1UG24CS832</a:t>
            </a:r>
            <a:endParaRPr sz="2400">
              <a:solidFill>
                <a:schemeClr val="accent1"/>
              </a:solidFill>
              <a:latin typeface="Trebuchet MS"/>
              <a:ea typeface="Trebuchet MS"/>
              <a:cs typeface="Trebuchet MS"/>
              <a:sym typeface="Trebuchet MS"/>
            </a:endParaRPr>
          </a:p>
          <a:p>
            <a:pPr indent="0" lvl="0" marL="0" marR="0" rtl="0" algn="ctr">
              <a:spcBef>
                <a:spcPts val="0"/>
              </a:spcBef>
              <a:spcAft>
                <a:spcPts val="0"/>
              </a:spcAft>
              <a:buNone/>
            </a:pPr>
            <a:r>
              <a:rPr lang="en-US" sz="2400">
                <a:solidFill>
                  <a:schemeClr val="accent1"/>
                </a:solidFill>
                <a:latin typeface="Trebuchet MS"/>
                <a:ea typeface="Trebuchet MS"/>
                <a:cs typeface="Trebuchet MS"/>
                <a:sym typeface="Trebuchet MS"/>
              </a:rPr>
              <a:t>SONU R</a:t>
            </a:r>
            <a:r>
              <a:rPr lang="en-US" sz="2400">
                <a:solidFill>
                  <a:schemeClr val="accent1"/>
                </a:solidFill>
                <a:latin typeface="Trebuchet MS"/>
                <a:ea typeface="Trebuchet MS"/>
                <a:cs typeface="Trebuchet MS"/>
                <a:sym typeface="Trebuchet MS"/>
              </a:rPr>
              <a:t>              -  </a:t>
            </a:r>
            <a:r>
              <a:rPr lang="en-US" sz="2400">
                <a:solidFill>
                  <a:schemeClr val="accent1"/>
                </a:solidFill>
                <a:latin typeface="Trebuchet MS"/>
                <a:ea typeface="Trebuchet MS"/>
                <a:cs typeface="Trebuchet MS"/>
                <a:sym typeface="Trebuchet MS"/>
              </a:rPr>
              <a:t>PES1UG24CS832</a:t>
            </a:r>
            <a:endParaRPr sz="2400">
              <a:solidFill>
                <a:schemeClr val="accent1"/>
              </a:solidFill>
              <a:latin typeface="Trebuchet MS"/>
              <a:ea typeface="Trebuchet MS"/>
              <a:cs typeface="Trebuchet MS"/>
              <a:sym typeface="Trebuchet MS"/>
            </a:endParaRPr>
          </a:p>
          <a:p>
            <a:pPr indent="0" lvl="0" marL="0" marR="0" rtl="0" algn="l">
              <a:spcBef>
                <a:spcPts val="0"/>
              </a:spcBef>
              <a:spcAft>
                <a:spcPts val="0"/>
              </a:spcAft>
              <a:buNone/>
            </a:pPr>
            <a:r>
              <a:rPr lang="en-US" sz="2400">
                <a:solidFill>
                  <a:schemeClr val="accent1"/>
                </a:solidFill>
                <a:latin typeface="Trebuchet MS"/>
                <a:ea typeface="Trebuchet MS"/>
                <a:cs typeface="Trebuchet MS"/>
                <a:sym typeface="Trebuchet MS"/>
              </a:rPr>
              <a:t>            </a:t>
            </a:r>
            <a:endParaRPr sz="2400">
              <a:solidFill>
                <a:schemeClr val="accent1"/>
              </a:solidFill>
              <a:latin typeface="Trebuchet MS"/>
              <a:ea typeface="Trebuchet MS"/>
              <a:cs typeface="Trebuchet MS"/>
              <a:sym typeface="Trebuchet MS"/>
            </a:endParaRPr>
          </a:p>
          <a:p>
            <a:pPr indent="0" lvl="0" marL="0" marR="0" rtl="0" algn="l">
              <a:spcBef>
                <a:spcPts val="0"/>
              </a:spcBef>
              <a:spcAft>
                <a:spcPts val="0"/>
              </a:spcAft>
              <a:buNone/>
            </a:pPr>
            <a:r>
              <a:t/>
            </a:r>
            <a:endParaRPr sz="2400">
              <a:solidFill>
                <a:srgbClr val="E48312"/>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0033CC"/>
              </a:solidFill>
              <a:latin typeface="Trebuchet MS"/>
              <a:ea typeface="Trebuchet MS"/>
              <a:cs typeface="Trebuchet MS"/>
              <a:sym typeface="Trebuchet MS"/>
            </a:endParaRPr>
          </a:p>
          <a:p>
            <a:pPr indent="0" lvl="0" marL="0" marR="0" rtl="0" algn="l">
              <a:spcBef>
                <a:spcPts val="0"/>
              </a:spcBef>
              <a:spcAft>
                <a:spcPts val="0"/>
              </a:spcAft>
              <a:buNone/>
            </a:pPr>
            <a:r>
              <a:t/>
            </a:r>
            <a:endParaRPr b="0" i="0" sz="2400" u="none" cap="none" strike="noStrike">
              <a:solidFill>
                <a:srgbClr val="0033CC"/>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4"/>
          <p:cNvSpPr/>
          <p:nvPr/>
        </p:nvSpPr>
        <p:spPr>
          <a:xfrm>
            <a:off x="3048000" y="1581155"/>
            <a:ext cx="7620000" cy="36513"/>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116" name="Google Shape;116;p14"/>
          <p:cNvSpPr txBox="1"/>
          <p:nvPr/>
        </p:nvSpPr>
        <p:spPr>
          <a:xfrm>
            <a:off x="1629200" y="2256350"/>
            <a:ext cx="8534400" cy="3679500"/>
          </a:xfrm>
          <a:prstGeom prst="rect">
            <a:avLst/>
          </a:prstGeom>
          <a:noFill/>
          <a:ln>
            <a:noFill/>
          </a:ln>
        </p:spPr>
        <p:txBody>
          <a:bodyPr anchorCtr="0" anchor="t" bIns="45700" lIns="91425" spcFirstLastPara="1" rIns="91425" wrap="square" tIns="45700">
            <a:noAutofit/>
          </a:bodyPr>
          <a:lstStyle/>
          <a:p>
            <a:pPr indent="-342900" lvl="0" marL="685791" marR="0" rtl="0" algn="just">
              <a:lnSpc>
                <a:spcPct val="100000"/>
              </a:lnSpc>
              <a:spcBef>
                <a:spcPts val="0"/>
              </a:spcBef>
              <a:spcAft>
                <a:spcPts val="0"/>
              </a:spcAft>
              <a:buClr>
                <a:schemeClr val="accent1"/>
              </a:buClr>
              <a:buSzPts val="2400"/>
              <a:buFont typeface="Noto Sans Symbols"/>
              <a:buChar char="▪"/>
            </a:pPr>
            <a:r>
              <a:rPr lang="en-US" sz="2400">
                <a:solidFill>
                  <a:schemeClr val="accent1"/>
                </a:solidFill>
                <a:latin typeface="Trebuchet MS"/>
                <a:ea typeface="Trebuchet MS"/>
                <a:cs typeface="Trebuchet MS"/>
                <a:sym typeface="Trebuchet MS"/>
              </a:rPr>
              <a:t>Summary</a:t>
            </a:r>
            <a:endParaRPr sz="2400">
              <a:solidFill>
                <a:schemeClr val="accent1"/>
              </a:solidFill>
              <a:latin typeface="Trebuchet MS"/>
              <a:ea typeface="Trebuchet MS"/>
              <a:cs typeface="Trebuchet MS"/>
              <a:sym typeface="Trebuchet MS"/>
            </a:endParaRPr>
          </a:p>
          <a:p>
            <a:pPr indent="-342900" lvl="0" marL="685791" marR="0" rtl="0" algn="just">
              <a:lnSpc>
                <a:spcPct val="100000"/>
              </a:lnSpc>
              <a:spcBef>
                <a:spcPts val="0"/>
              </a:spcBef>
              <a:spcAft>
                <a:spcPts val="0"/>
              </a:spcAft>
              <a:buClr>
                <a:schemeClr val="accent1"/>
              </a:buClr>
              <a:buSzPts val="2400"/>
              <a:buFont typeface="Noto Sans Symbols"/>
              <a:buChar char="▪"/>
            </a:pPr>
            <a:r>
              <a:rPr lang="en-US" sz="2400">
                <a:solidFill>
                  <a:schemeClr val="accent1"/>
                </a:solidFill>
                <a:latin typeface="Trebuchet MS"/>
                <a:ea typeface="Trebuchet MS"/>
                <a:cs typeface="Trebuchet MS"/>
                <a:sym typeface="Trebuchet MS"/>
              </a:rPr>
              <a:t>Links for all documents</a:t>
            </a:r>
            <a:endParaRPr sz="2400">
              <a:solidFill>
                <a:schemeClr val="accent1"/>
              </a:solidFill>
              <a:latin typeface="Trebuchet MS"/>
              <a:ea typeface="Trebuchet MS"/>
              <a:cs typeface="Trebuchet MS"/>
              <a:sym typeface="Trebuchet MS"/>
            </a:endParaRPr>
          </a:p>
          <a:p>
            <a:pPr indent="-342900" lvl="0" marL="685791" marR="0" rtl="0" algn="just">
              <a:lnSpc>
                <a:spcPct val="100000"/>
              </a:lnSpc>
              <a:spcBef>
                <a:spcPts val="0"/>
              </a:spcBef>
              <a:spcAft>
                <a:spcPts val="0"/>
              </a:spcAft>
              <a:buClr>
                <a:schemeClr val="accent1"/>
              </a:buClr>
              <a:buSzPts val="2400"/>
              <a:buFont typeface="Noto Sans Symbols"/>
              <a:buChar char="▪"/>
            </a:pPr>
            <a:r>
              <a:rPr lang="en-US" sz="2400">
                <a:solidFill>
                  <a:schemeClr val="accent1"/>
                </a:solidFill>
                <a:latin typeface="Trebuchet MS"/>
                <a:ea typeface="Trebuchet MS"/>
                <a:cs typeface="Trebuchet MS"/>
                <a:sym typeface="Trebuchet MS"/>
              </a:rPr>
              <a:t>Jira and sprint management</a:t>
            </a:r>
            <a:endParaRPr sz="2400">
              <a:solidFill>
                <a:schemeClr val="accent1"/>
              </a:solidFill>
              <a:latin typeface="Trebuchet MS"/>
              <a:ea typeface="Trebuchet MS"/>
              <a:cs typeface="Trebuchet MS"/>
              <a:sym typeface="Trebuchet MS"/>
            </a:endParaRPr>
          </a:p>
          <a:p>
            <a:pPr indent="-342900" lvl="0" marL="685791" marR="0" rtl="0" algn="just">
              <a:lnSpc>
                <a:spcPct val="100000"/>
              </a:lnSpc>
              <a:spcBef>
                <a:spcPts val="0"/>
              </a:spcBef>
              <a:spcAft>
                <a:spcPts val="0"/>
              </a:spcAft>
              <a:buClr>
                <a:schemeClr val="accent1"/>
              </a:buClr>
              <a:buSzPts val="2400"/>
              <a:buFont typeface="Noto Sans Symbols"/>
              <a:buChar char="▪"/>
            </a:pPr>
            <a:r>
              <a:rPr lang="en-US" sz="2400">
                <a:solidFill>
                  <a:schemeClr val="accent1"/>
                </a:solidFill>
                <a:latin typeface="Trebuchet MS"/>
                <a:ea typeface="Trebuchet MS"/>
                <a:cs typeface="Trebuchet MS"/>
                <a:sym typeface="Trebuchet MS"/>
              </a:rPr>
              <a:t>Git and scrum</a:t>
            </a:r>
            <a:endParaRPr b="0" i="0" sz="2400" u="none" cap="none" strike="noStrike">
              <a:solidFill>
                <a:schemeClr val="accent1"/>
              </a:solidFill>
              <a:latin typeface="Trebuchet MS"/>
              <a:ea typeface="Trebuchet MS"/>
              <a:cs typeface="Trebuchet MS"/>
              <a:sym typeface="Trebuchet MS"/>
            </a:endParaRPr>
          </a:p>
          <a:p>
            <a:pPr indent="-342900" lvl="0" marL="685791" marR="0" rtl="0" algn="just">
              <a:lnSpc>
                <a:spcPct val="100000"/>
              </a:lnSpc>
              <a:spcBef>
                <a:spcPts val="0"/>
              </a:spcBef>
              <a:spcAft>
                <a:spcPts val="0"/>
              </a:spcAft>
              <a:buClr>
                <a:schemeClr val="accent1"/>
              </a:buClr>
              <a:buSzPts val="2400"/>
              <a:buFont typeface="Noto Sans Symbols"/>
              <a:buChar char="▪"/>
            </a:pPr>
            <a:r>
              <a:rPr lang="en-US" sz="2400">
                <a:solidFill>
                  <a:schemeClr val="accent1"/>
                </a:solidFill>
                <a:latin typeface="Trebuchet MS"/>
                <a:ea typeface="Trebuchet MS"/>
                <a:cs typeface="Trebuchet MS"/>
                <a:sym typeface="Trebuchet MS"/>
              </a:rPr>
              <a:t>Code  quality</a:t>
            </a:r>
            <a:endParaRPr b="0" i="0" sz="2400" u="none" cap="none" strike="noStrike">
              <a:solidFill>
                <a:schemeClr val="accent1"/>
              </a:solidFill>
              <a:latin typeface="Trebuchet MS"/>
              <a:ea typeface="Trebuchet MS"/>
              <a:cs typeface="Trebuchet MS"/>
              <a:sym typeface="Trebuchet MS"/>
            </a:endParaRPr>
          </a:p>
          <a:p>
            <a:pPr indent="-342900" lvl="0" marL="685791" marR="0" rtl="0" algn="just">
              <a:lnSpc>
                <a:spcPct val="100000"/>
              </a:lnSpc>
              <a:spcBef>
                <a:spcPts val="0"/>
              </a:spcBef>
              <a:spcAft>
                <a:spcPts val="0"/>
              </a:spcAft>
              <a:buClr>
                <a:schemeClr val="accent1"/>
              </a:buClr>
              <a:buSzPts val="2400"/>
              <a:buFont typeface="Noto Sans Symbols"/>
              <a:buChar char="▪"/>
            </a:pPr>
            <a:r>
              <a:rPr lang="en-US" sz="2400">
                <a:solidFill>
                  <a:schemeClr val="accent1"/>
                </a:solidFill>
                <a:latin typeface="Trebuchet MS"/>
                <a:ea typeface="Trebuchet MS"/>
                <a:cs typeface="Trebuchet MS"/>
                <a:sym typeface="Trebuchet MS"/>
              </a:rPr>
              <a:t>Continuous testing</a:t>
            </a:r>
            <a:endParaRPr sz="2400">
              <a:solidFill>
                <a:schemeClr val="accent1"/>
              </a:solidFill>
              <a:latin typeface="Trebuchet MS"/>
              <a:ea typeface="Trebuchet MS"/>
              <a:cs typeface="Trebuchet MS"/>
              <a:sym typeface="Trebuchet MS"/>
            </a:endParaRPr>
          </a:p>
          <a:p>
            <a:pPr indent="-342900" lvl="0" marL="685791" marR="0" rtl="0" algn="just">
              <a:lnSpc>
                <a:spcPct val="100000"/>
              </a:lnSpc>
              <a:spcBef>
                <a:spcPts val="0"/>
              </a:spcBef>
              <a:spcAft>
                <a:spcPts val="0"/>
              </a:spcAft>
              <a:buClr>
                <a:schemeClr val="accent1"/>
              </a:buClr>
              <a:buSzPts val="2400"/>
              <a:buFont typeface="Trebuchet MS"/>
              <a:buChar char="▪"/>
            </a:pPr>
            <a:r>
              <a:rPr lang="en-US" sz="2400">
                <a:solidFill>
                  <a:schemeClr val="accent1"/>
                </a:solidFill>
                <a:latin typeface="Trebuchet MS"/>
                <a:ea typeface="Trebuchet MS"/>
                <a:cs typeface="Trebuchet MS"/>
                <a:sym typeface="Trebuchet MS"/>
              </a:rPr>
              <a:t>Working Software Screenshots</a:t>
            </a:r>
            <a:endParaRPr sz="2400">
              <a:solidFill>
                <a:schemeClr val="accent1"/>
              </a:solidFill>
              <a:latin typeface="Trebuchet MS"/>
              <a:ea typeface="Trebuchet MS"/>
              <a:cs typeface="Trebuchet MS"/>
              <a:sym typeface="Trebuchet MS"/>
            </a:endParaRPr>
          </a:p>
        </p:txBody>
      </p:sp>
      <p:sp>
        <p:nvSpPr>
          <p:cNvPr id="117" name="Google Shape;117;p14"/>
          <p:cNvSpPr txBox="1"/>
          <p:nvPr/>
        </p:nvSpPr>
        <p:spPr>
          <a:xfrm>
            <a:off x="4191000" y="1143002"/>
            <a:ext cx="6477000" cy="461665"/>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rPr b="1" i="0" lang="en-US" sz="2400" u="none" cap="none" strike="noStrike">
                <a:solidFill>
                  <a:schemeClr val="dk1"/>
                </a:solidFill>
                <a:latin typeface="Trebuchet MS"/>
                <a:ea typeface="Trebuchet MS"/>
                <a:cs typeface="Trebuchet MS"/>
                <a:sym typeface="Trebuchet MS"/>
              </a:rPr>
              <a:t>Outline</a:t>
            </a:r>
            <a:endParaRPr b="1" i="0" sz="1800" u="none" cap="none" strike="noStrike">
              <a:solidFill>
                <a:schemeClr val="dk1"/>
              </a:solidFill>
              <a:latin typeface="Calibri"/>
              <a:ea typeface="Calibri"/>
              <a:cs typeface="Calibri"/>
              <a:sym typeface="Calibri"/>
            </a:endParaRPr>
          </a:p>
        </p:txBody>
      </p:sp>
      <p:pic>
        <p:nvPicPr>
          <p:cNvPr id="118" name="Google Shape;118;p14"/>
          <p:cNvPicPr preferRelativeResize="0"/>
          <p:nvPr/>
        </p:nvPicPr>
        <p:blipFill rotWithShape="1">
          <a:blip r:embed="rId3">
            <a:alphaModFix/>
          </a:blip>
          <a:srcRect b="0" l="0" r="0" t="4970"/>
          <a:stretch/>
        </p:blipFill>
        <p:spPr>
          <a:xfrm>
            <a:off x="10910697" y="1"/>
            <a:ext cx="1281312" cy="15603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5"/>
          <p:cNvSpPr/>
          <p:nvPr/>
        </p:nvSpPr>
        <p:spPr>
          <a:xfrm>
            <a:off x="3048000" y="1581155"/>
            <a:ext cx="7620000" cy="36513"/>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126" name="Google Shape;126;p15"/>
          <p:cNvSpPr txBox="1"/>
          <p:nvPr/>
        </p:nvSpPr>
        <p:spPr>
          <a:xfrm>
            <a:off x="2057400" y="2209800"/>
            <a:ext cx="8077200" cy="37401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480"/>
              </a:spcBef>
              <a:spcAft>
                <a:spcPts val="0"/>
              </a:spcAft>
              <a:buNone/>
            </a:pPr>
            <a:r>
              <a:rPr lang="en-US" sz="2400">
                <a:solidFill>
                  <a:schemeClr val="accent1"/>
                </a:solidFill>
                <a:latin typeface="Trebuchet MS"/>
                <a:ea typeface="Trebuchet MS"/>
                <a:cs typeface="Trebuchet MS"/>
                <a:sym typeface="Trebuchet MS"/>
              </a:rPr>
              <a:t>This project is a simple command-line tool that helps small businesses manage their stock. It allows users to add items, update quantities, check available stock, process customer orders, and store supplier details. The system reduces manual errors, keeps records organized, and makes inventory tracking faster and easier. It is lightweight, easy to use, and works efficiently without needing any complex software or graphical interface</a:t>
            </a:r>
            <a:endParaRPr b="0" i="0" sz="2400" u="none" cap="none" strike="noStrike">
              <a:solidFill>
                <a:schemeClr val="accent1"/>
              </a:solidFill>
              <a:latin typeface="Trebuchet MS"/>
              <a:ea typeface="Trebuchet MS"/>
              <a:cs typeface="Trebuchet MS"/>
              <a:sym typeface="Trebuchet MS"/>
            </a:endParaRPr>
          </a:p>
        </p:txBody>
      </p:sp>
      <p:sp>
        <p:nvSpPr>
          <p:cNvPr id="127" name="Google Shape;127;p15"/>
          <p:cNvSpPr txBox="1"/>
          <p:nvPr/>
        </p:nvSpPr>
        <p:spPr>
          <a:xfrm>
            <a:off x="4191000" y="1143002"/>
            <a:ext cx="6477000" cy="4617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rPr b="1" lang="en-US" sz="2400">
                <a:solidFill>
                  <a:schemeClr val="dk1"/>
                </a:solidFill>
                <a:latin typeface="Trebuchet MS"/>
                <a:ea typeface="Trebuchet MS"/>
                <a:cs typeface="Trebuchet MS"/>
                <a:sym typeface="Trebuchet MS"/>
              </a:rPr>
              <a:t>Summary</a:t>
            </a:r>
            <a:endParaRPr b="1" i="0" sz="1800" u="none" cap="none" strike="noStrike">
              <a:solidFill>
                <a:schemeClr val="dk1"/>
              </a:solidFill>
              <a:latin typeface="Calibri"/>
              <a:ea typeface="Calibri"/>
              <a:cs typeface="Calibri"/>
              <a:sym typeface="Calibri"/>
            </a:endParaRPr>
          </a:p>
        </p:txBody>
      </p:sp>
      <p:pic>
        <p:nvPicPr>
          <p:cNvPr id="128" name="Google Shape;128;p15"/>
          <p:cNvPicPr preferRelativeResize="0"/>
          <p:nvPr/>
        </p:nvPicPr>
        <p:blipFill rotWithShape="1">
          <a:blip r:embed="rId3">
            <a:alphaModFix/>
          </a:blip>
          <a:srcRect b="0" l="0" r="0" t="4970"/>
          <a:stretch/>
        </p:blipFill>
        <p:spPr>
          <a:xfrm>
            <a:off x="10910697" y="1"/>
            <a:ext cx="1281312" cy="15603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6"/>
          <p:cNvSpPr/>
          <p:nvPr/>
        </p:nvSpPr>
        <p:spPr>
          <a:xfrm>
            <a:off x="3048000" y="1581155"/>
            <a:ext cx="7620000" cy="36513"/>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134" name="Google Shape;134;p16"/>
          <p:cNvSpPr txBox="1"/>
          <p:nvPr/>
        </p:nvSpPr>
        <p:spPr>
          <a:xfrm>
            <a:off x="4191000" y="1143002"/>
            <a:ext cx="6477000" cy="4617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rPr b="1" lang="en-US" sz="2400">
                <a:solidFill>
                  <a:schemeClr val="dk1"/>
                </a:solidFill>
                <a:latin typeface="Trebuchet MS"/>
                <a:ea typeface="Trebuchet MS"/>
                <a:cs typeface="Trebuchet MS"/>
                <a:sym typeface="Trebuchet MS"/>
              </a:rPr>
              <a:t>LINKS</a:t>
            </a:r>
            <a:endParaRPr b="1" i="0" sz="1800" u="none" cap="none" strike="noStrike">
              <a:solidFill>
                <a:schemeClr val="dk1"/>
              </a:solidFill>
              <a:latin typeface="Calibri"/>
              <a:ea typeface="Calibri"/>
              <a:cs typeface="Calibri"/>
              <a:sym typeface="Calibri"/>
            </a:endParaRPr>
          </a:p>
        </p:txBody>
      </p:sp>
      <p:pic>
        <p:nvPicPr>
          <p:cNvPr id="135" name="Google Shape;135;p16"/>
          <p:cNvPicPr preferRelativeResize="0"/>
          <p:nvPr/>
        </p:nvPicPr>
        <p:blipFill rotWithShape="1">
          <a:blip r:embed="rId3">
            <a:alphaModFix/>
          </a:blip>
          <a:srcRect b="0" l="0" r="0" t="4970"/>
          <a:stretch/>
        </p:blipFill>
        <p:spPr>
          <a:xfrm>
            <a:off x="10910697" y="1"/>
            <a:ext cx="1281312" cy="1560352"/>
          </a:xfrm>
          <a:prstGeom prst="rect">
            <a:avLst/>
          </a:prstGeom>
          <a:noFill/>
          <a:ln>
            <a:noFill/>
          </a:ln>
        </p:spPr>
      </p:pic>
      <p:sp>
        <p:nvSpPr>
          <p:cNvPr id="136" name="Google Shape;136;p16"/>
          <p:cNvSpPr txBox="1"/>
          <p:nvPr/>
        </p:nvSpPr>
        <p:spPr>
          <a:xfrm>
            <a:off x="0" y="1781600"/>
            <a:ext cx="12192000" cy="44331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0"/>
              </a:spcBef>
              <a:spcAft>
                <a:spcPts val="0"/>
              </a:spcAft>
              <a:buSzPts val="1400"/>
              <a:buChar char="●"/>
            </a:pPr>
            <a:r>
              <a:rPr b="1" lang="en-US" sz="2000"/>
              <a:t>SRS Document</a:t>
            </a:r>
            <a:r>
              <a:rPr b="1" lang="en-US" sz="2000"/>
              <a:t>: </a:t>
            </a:r>
            <a:r>
              <a:rPr b="1" lang="en-US" sz="1600" u="sng">
                <a:solidFill>
                  <a:schemeClr val="hlink"/>
                </a:solidFill>
                <a:hlinkClick r:id="rId4"/>
              </a:rPr>
              <a:t>https://github.com/pestechnology/PESU_RR_CSE_H_P59_Command_line_based_Inventory_Management_Idea-Forge/blob/main/docs/IdeaForge-SRS.docx</a:t>
            </a:r>
            <a:endParaRPr b="1" sz="2100"/>
          </a:p>
          <a:p>
            <a:pPr indent="-317500" lvl="0" marL="457200" marR="0" rtl="0" algn="l">
              <a:lnSpc>
                <a:spcPct val="100000"/>
              </a:lnSpc>
              <a:spcBef>
                <a:spcPts val="0"/>
              </a:spcBef>
              <a:spcAft>
                <a:spcPts val="0"/>
              </a:spcAft>
              <a:buSzPts val="1400"/>
              <a:buChar char="●"/>
            </a:pPr>
            <a:r>
              <a:rPr b="1" lang="en-US" sz="2000"/>
              <a:t>Test Plan Document</a:t>
            </a:r>
            <a:r>
              <a:rPr b="1" lang="en-US" sz="2600"/>
              <a:t>: </a:t>
            </a:r>
            <a:endParaRPr b="1" sz="1600"/>
          </a:p>
          <a:p>
            <a:pPr indent="0" lvl="0" marL="457200" marR="0" rtl="0" algn="l">
              <a:lnSpc>
                <a:spcPct val="100000"/>
              </a:lnSpc>
              <a:spcBef>
                <a:spcPts val="0"/>
              </a:spcBef>
              <a:spcAft>
                <a:spcPts val="0"/>
              </a:spcAft>
              <a:buNone/>
            </a:pPr>
            <a:r>
              <a:rPr b="1" lang="en-US" sz="1600" u="sng">
                <a:solidFill>
                  <a:schemeClr val="hlink"/>
                </a:solidFill>
                <a:hlinkClick r:id="rId5"/>
              </a:rPr>
              <a:t>https://github.com/pestechnology/PESU_RR_CSE_H_P59_Command_line_based_Inventory_Management_Idea-Forge/blob/main/docs/Software_Test_Plan_IMS.docx</a:t>
            </a:r>
            <a:endParaRPr b="1" sz="1600"/>
          </a:p>
          <a:p>
            <a:pPr indent="-317500" lvl="0" marL="457200" marR="0" rtl="0" algn="l">
              <a:lnSpc>
                <a:spcPct val="100000"/>
              </a:lnSpc>
              <a:spcBef>
                <a:spcPts val="0"/>
              </a:spcBef>
              <a:spcAft>
                <a:spcPts val="0"/>
              </a:spcAft>
              <a:buSzPts val="1400"/>
              <a:buChar char="●"/>
            </a:pPr>
            <a:r>
              <a:rPr b="1" lang="en-US" sz="2000"/>
              <a:t>System Design Document</a:t>
            </a:r>
            <a:r>
              <a:rPr b="1" lang="en-US" sz="2600"/>
              <a:t>: </a:t>
            </a:r>
            <a:r>
              <a:rPr b="1" lang="en-US" sz="1600" u="sng">
                <a:solidFill>
                  <a:schemeClr val="hlink"/>
                </a:solidFill>
                <a:hlinkClick r:id="rId6"/>
              </a:rPr>
              <a:t>https://github.com/pestechnology/PESU_RR_CSE_H_P59_Command_line_based_Inventory_Management_Idea-Forge/blob/main/docs/IdeaForge_SAD.docx</a:t>
            </a:r>
            <a:endParaRPr b="1" sz="2600"/>
          </a:p>
          <a:p>
            <a:pPr indent="-317500" lvl="0" marL="457200" marR="0" rtl="0" algn="l">
              <a:lnSpc>
                <a:spcPct val="100000"/>
              </a:lnSpc>
              <a:spcBef>
                <a:spcPts val="0"/>
              </a:spcBef>
              <a:spcAft>
                <a:spcPts val="0"/>
              </a:spcAft>
              <a:buSzPts val="1400"/>
              <a:buChar char="●"/>
            </a:pPr>
            <a:r>
              <a:rPr b="1" lang="en-US" sz="2000"/>
              <a:t>JIRA Link: </a:t>
            </a:r>
            <a:r>
              <a:rPr b="1" lang="en-US" sz="1600" u="sng">
                <a:solidFill>
                  <a:schemeClr val="hlink"/>
                </a:solidFill>
                <a:hlinkClick r:id="rId7"/>
              </a:rPr>
              <a:t>https://shruthana-j-2024-batch-cse-pes-university.atlassian.net/jira/software/projects/INV/summary</a:t>
            </a:r>
            <a:endParaRPr b="1" sz="2600"/>
          </a:p>
          <a:p>
            <a:pPr indent="-317500" lvl="0" marL="457200" marR="0" rtl="0" algn="l">
              <a:lnSpc>
                <a:spcPct val="100000"/>
              </a:lnSpc>
              <a:spcBef>
                <a:spcPts val="0"/>
              </a:spcBef>
              <a:spcAft>
                <a:spcPts val="0"/>
              </a:spcAft>
              <a:buSzPts val="1400"/>
              <a:buChar char="●"/>
            </a:pPr>
            <a:r>
              <a:rPr b="1" lang="en-US" sz="2000"/>
              <a:t>REPO Link</a:t>
            </a:r>
            <a:r>
              <a:rPr b="1" lang="en-US" sz="2600"/>
              <a:t>: </a:t>
            </a:r>
            <a:r>
              <a:rPr b="1" lang="en-US" sz="1600" u="sng">
                <a:solidFill>
                  <a:schemeClr val="hlink"/>
                </a:solidFill>
                <a:hlinkClick r:id="rId8"/>
              </a:rPr>
              <a:t>https://github.com/pestechnology/PESU_RR_CSE_H_P59_Command_line_based_Inventory_Management_Idea-Forge</a:t>
            </a:r>
            <a:endParaRPr b="1" sz="2000"/>
          </a:p>
          <a:p>
            <a:pPr indent="-317500" lvl="0" marL="457200" marR="0" rtl="0" algn="l">
              <a:lnSpc>
                <a:spcPct val="100000"/>
              </a:lnSpc>
              <a:spcBef>
                <a:spcPts val="0"/>
              </a:spcBef>
              <a:spcAft>
                <a:spcPts val="0"/>
              </a:spcAft>
              <a:buSzPts val="1400"/>
              <a:buChar char="●"/>
            </a:pPr>
            <a:r>
              <a:rPr b="1" lang="en-US" sz="2000"/>
              <a:t>Retrspective Document:</a:t>
            </a:r>
            <a:r>
              <a:rPr b="1" lang="en-US" sz="1600"/>
              <a:t> </a:t>
            </a:r>
            <a:r>
              <a:rPr b="1" lang="en-US" sz="1600" u="sng">
                <a:solidFill>
                  <a:schemeClr val="hlink"/>
                </a:solidFill>
                <a:hlinkClick r:id="rId9"/>
              </a:rPr>
              <a:t>https://github.com/pestechnology/PESU_RR_CSE_H_P59_Command_line_based_Inventory_Management_Idea-Forge/blob/main/docs/Retrospective.docx</a:t>
            </a:r>
            <a:endParaRPr b="1"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17"/>
          <p:cNvPicPr preferRelativeResize="0"/>
          <p:nvPr/>
        </p:nvPicPr>
        <p:blipFill>
          <a:blip r:embed="rId3">
            <a:alphaModFix/>
          </a:blip>
          <a:stretch>
            <a:fillRect/>
          </a:stretch>
        </p:blipFill>
        <p:spPr>
          <a:xfrm>
            <a:off x="1771650" y="866775"/>
            <a:ext cx="4324350" cy="5124450"/>
          </a:xfrm>
          <a:prstGeom prst="rect">
            <a:avLst/>
          </a:prstGeom>
          <a:noFill/>
          <a:ln>
            <a:noFill/>
          </a:ln>
        </p:spPr>
      </p:pic>
      <p:pic>
        <p:nvPicPr>
          <p:cNvPr id="143" name="Google Shape;143;p17"/>
          <p:cNvPicPr preferRelativeResize="0"/>
          <p:nvPr/>
        </p:nvPicPr>
        <p:blipFill rotWithShape="1">
          <a:blip r:embed="rId4">
            <a:alphaModFix/>
          </a:blip>
          <a:srcRect b="0" l="0" r="0" t="4970"/>
          <a:stretch/>
        </p:blipFill>
        <p:spPr>
          <a:xfrm>
            <a:off x="10910697" y="1"/>
            <a:ext cx="1281312" cy="1560352"/>
          </a:xfrm>
          <a:prstGeom prst="rect">
            <a:avLst/>
          </a:prstGeom>
          <a:noFill/>
          <a:ln>
            <a:noFill/>
          </a:ln>
        </p:spPr>
      </p:pic>
      <p:sp>
        <p:nvSpPr>
          <p:cNvPr id="144" name="Google Shape;144;p17"/>
          <p:cNvSpPr txBox="1"/>
          <p:nvPr/>
        </p:nvSpPr>
        <p:spPr>
          <a:xfrm>
            <a:off x="918600" y="310875"/>
            <a:ext cx="5177400" cy="708000"/>
          </a:xfrm>
          <a:prstGeom prst="rect">
            <a:avLst/>
          </a:prstGeom>
          <a:noFill/>
          <a:ln>
            <a:noFill/>
          </a:ln>
        </p:spPr>
        <p:txBody>
          <a:bodyPr anchorCtr="0" anchor="t" bIns="91425" lIns="91425" spcFirstLastPara="1" rIns="91425" wrap="square" tIns="91425">
            <a:spAutoFit/>
          </a:bodyPr>
          <a:lstStyle/>
          <a:p>
            <a:pPr indent="-342891" lvl="0" marL="342891" rtl="0" algn="l">
              <a:spcBef>
                <a:spcPts val="0"/>
              </a:spcBef>
              <a:spcAft>
                <a:spcPts val="0"/>
              </a:spcAft>
              <a:buClr>
                <a:schemeClr val="dk1"/>
              </a:buClr>
              <a:buSzPts val="2400"/>
              <a:buFont typeface="Trebuchet MS"/>
              <a:buNone/>
            </a:pPr>
            <a:r>
              <a:rPr b="1" lang="en-US" sz="2400">
                <a:solidFill>
                  <a:schemeClr val="dk1"/>
                </a:solidFill>
                <a:latin typeface="Trebuchet MS"/>
                <a:ea typeface="Trebuchet MS"/>
                <a:cs typeface="Trebuchet MS"/>
                <a:sym typeface="Trebuchet MS"/>
              </a:rPr>
              <a:t>Folder Structure</a:t>
            </a:r>
            <a:endParaRPr b="1" sz="1800">
              <a:solidFill>
                <a:schemeClr val="dk1"/>
              </a:solidFill>
              <a:latin typeface="Calibri"/>
              <a:ea typeface="Calibri"/>
              <a:cs typeface="Calibri"/>
              <a:sym typeface="Calibri"/>
            </a:endParaRPr>
          </a:p>
          <a:p>
            <a:pPr indent="0" lvl="0" marL="0" rtl="0" algn="l">
              <a:lnSpc>
                <a:spcPct val="115000"/>
              </a:lnSpc>
              <a:spcBef>
                <a:spcPts val="0"/>
              </a:spcBef>
              <a:spcAft>
                <a:spcPts val="600"/>
              </a:spcAft>
              <a:buNone/>
            </a:pPr>
            <a:r>
              <a:t/>
            </a:r>
            <a:endParaRPr b="1" sz="1000">
              <a:solidFill>
                <a:srgbClr val="CCCCCC"/>
              </a:solidFill>
              <a:highlight>
                <a:srgbClr val="181818"/>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8"/>
          <p:cNvSpPr/>
          <p:nvPr/>
        </p:nvSpPr>
        <p:spPr>
          <a:xfrm>
            <a:off x="3048000" y="1581155"/>
            <a:ext cx="7620000" cy="36513"/>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152" name="Google Shape;152;p18"/>
          <p:cNvSpPr txBox="1"/>
          <p:nvPr/>
        </p:nvSpPr>
        <p:spPr>
          <a:xfrm>
            <a:off x="666450" y="1838918"/>
            <a:ext cx="8077200" cy="4212000"/>
          </a:xfrm>
          <a:prstGeom prst="rect">
            <a:avLst/>
          </a:prstGeom>
          <a:noFill/>
          <a:ln>
            <a:noFill/>
          </a:ln>
        </p:spPr>
        <p:txBody>
          <a:bodyPr anchorCtr="0" anchor="t" bIns="45700" lIns="91425" spcFirstLastPara="1" rIns="91425" wrap="square" tIns="45700">
            <a:noAutofit/>
          </a:bodyPr>
          <a:lstStyle/>
          <a:p>
            <a:pPr indent="0" lvl="0" marL="457200" marR="0" rtl="0" algn="just">
              <a:lnSpc>
                <a:spcPct val="100000"/>
              </a:lnSpc>
              <a:spcBef>
                <a:spcPts val="0"/>
              </a:spcBef>
              <a:spcAft>
                <a:spcPts val="0"/>
              </a:spcAft>
              <a:buNone/>
            </a:pPr>
            <a:r>
              <a:t/>
            </a:r>
            <a:endParaRPr sz="2400">
              <a:solidFill>
                <a:schemeClr val="dk1"/>
              </a:solidFill>
              <a:latin typeface="Calibri"/>
              <a:ea typeface="Calibri"/>
              <a:cs typeface="Calibri"/>
              <a:sym typeface="Calibri"/>
            </a:endParaRPr>
          </a:p>
        </p:txBody>
      </p:sp>
      <p:sp>
        <p:nvSpPr>
          <p:cNvPr id="153" name="Google Shape;153;p18"/>
          <p:cNvSpPr txBox="1"/>
          <p:nvPr/>
        </p:nvSpPr>
        <p:spPr>
          <a:xfrm>
            <a:off x="2895600" y="990600"/>
            <a:ext cx="7848600" cy="738900"/>
          </a:xfrm>
          <a:prstGeom prst="rect">
            <a:avLst/>
          </a:prstGeom>
          <a:noFill/>
          <a:ln>
            <a:noFill/>
          </a:ln>
        </p:spPr>
        <p:txBody>
          <a:bodyPr anchorCtr="0" anchor="t" bIns="45700" lIns="91425" spcFirstLastPara="1" rIns="91425" wrap="square" tIns="45700">
            <a:spAutoFit/>
          </a:bodyPr>
          <a:lstStyle/>
          <a:p>
            <a:pPr indent="0" lvl="0" marL="457200" rtl="0" algn="just">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                                                                                       SPRINT 1</a:t>
            </a:r>
            <a:endParaRPr sz="2400">
              <a:solidFill>
                <a:schemeClr val="dk1"/>
              </a:solidFill>
              <a:latin typeface="Calibri"/>
              <a:ea typeface="Calibri"/>
              <a:cs typeface="Calibri"/>
              <a:sym typeface="Calibri"/>
            </a:endParaRPr>
          </a:p>
          <a:p>
            <a:pPr indent="-342891" lvl="0" marL="342891" marR="0" rtl="0" algn="r">
              <a:lnSpc>
                <a:spcPct val="100000"/>
              </a:lnSpc>
              <a:spcBef>
                <a:spcPts val="0"/>
              </a:spcBef>
              <a:spcAft>
                <a:spcPts val="0"/>
              </a:spcAft>
              <a:buClr>
                <a:schemeClr val="dk1"/>
              </a:buClr>
              <a:buSzPts val="2400"/>
              <a:buFont typeface="Trebuchet MS"/>
              <a:buNone/>
            </a:pPr>
            <a:r>
              <a:t/>
            </a:r>
            <a:endParaRPr sz="1800">
              <a:solidFill>
                <a:schemeClr val="dk1"/>
              </a:solidFill>
              <a:latin typeface="Calibri"/>
              <a:ea typeface="Calibri"/>
              <a:cs typeface="Calibri"/>
              <a:sym typeface="Calibri"/>
            </a:endParaRPr>
          </a:p>
        </p:txBody>
      </p:sp>
      <p:pic>
        <p:nvPicPr>
          <p:cNvPr id="154" name="Google Shape;154;p18"/>
          <p:cNvPicPr preferRelativeResize="0"/>
          <p:nvPr/>
        </p:nvPicPr>
        <p:blipFill rotWithShape="1">
          <a:blip r:embed="rId3">
            <a:alphaModFix/>
          </a:blip>
          <a:srcRect b="0" l="0" r="0" t="4970"/>
          <a:stretch/>
        </p:blipFill>
        <p:spPr>
          <a:xfrm>
            <a:off x="11022100" y="0"/>
            <a:ext cx="1169900" cy="1452300"/>
          </a:xfrm>
          <a:prstGeom prst="rect">
            <a:avLst/>
          </a:prstGeom>
          <a:noFill/>
          <a:ln>
            <a:noFill/>
          </a:ln>
        </p:spPr>
      </p:pic>
      <p:pic>
        <p:nvPicPr>
          <p:cNvPr id="155" name="Google Shape;155;p18" title="Screenshot 2025-11-14 115350.png"/>
          <p:cNvPicPr preferRelativeResize="0"/>
          <p:nvPr/>
        </p:nvPicPr>
        <p:blipFill>
          <a:blip r:embed="rId4">
            <a:alphaModFix/>
          </a:blip>
          <a:stretch>
            <a:fillRect/>
          </a:stretch>
        </p:blipFill>
        <p:spPr>
          <a:xfrm>
            <a:off x="1498000" y="1857209"/>
            <a:ext cx="9246198" cy="42975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163" name="Google Shape;163;p19"/>
          <p:cNvSpPr txBox="1"/>
          <p:nvPr/>
        </p:nvSpPr>
        <p:spPr>
          <a:xfrm>
            <a:off x="2057400" y="1720443"/>
            <a:ext cx="8077200" cy="4212000"/>
          </a:xfrm>
          <a:prstGeom prst="rect">
            <a:avLst/>
          </a:prstGeom>
          <a:noFill/>
          <a:ln>
            <a:noFill/>
          </a:ln>
        </p:spPr>
        <p:txBody>
          <a:bodyPr anchorCtr="0" anchor="t" bIns="45700" lIns="91425" spcFirstLastPara="1" rIns="91425" wrap="square" tIns="45700">
            <a:noAutofit/>
          </a:bodyPr>
          <a:lstStyle/>
          <a:p>
            <a:pPr indent="0" lvl="0" marL="457200" marR="0" rtl="0" algn="just">
              <a:lnSpc>
                <a:spcPct val="100000"/>
              </a:lnSpc>
              <a:spcBef>
                <a:spcPts val="0"/>
              </a:spcBef>
              <a:spcAft>
                <a:spcPts val="0"/>
              </a:spcAft>
              <a:buNone/>
            </a:pPr>
            <a:r>
              <a:t/>
            </a:r>
            <a:endParaRPr sz="2400">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None/>
            </a:pPr>
            <a:r>
              <a:t/>
            </a:r>
            <a:endParaRPr sz="2400">
              <a:solidFill>
                <a:schemeClr val="dk1"/>
              </a:solidFill>
              <a:latin typeface="Calibri"/>
              <a:ea typeface="Calibri"/>
              <a:cs typeface="Calibri"/>
              <a:sym typeface="Calibri"/>
            </a:endParaRPr>
          </a:p>
        </p:txBody>
      </p:sp>
      <p:sp>
        <p:nvSpPr>
          <p:cNvPr id="164" name="Google Shape;164;p19"/>
          <p:cNvSpPr txBox="1"/>
          <p:nvPr/>
        </p:nvSpPr>
        <p:spPr>
          <a:xfrm>
            <a:off x="2819400" y="1109150"/>
            <a:ext cx="7848600" cy="461700"/>
          </a:xfrm>
          <a:prstGeom prst="rect">
            <a:avLst/>
          </a:prstGeom>
          <a:noFill/>
          <a:ln>
            <a:noFill/>
          </a:ln>
        </p:spPr>
        <p:txBody>
          <a:bodyPr anchorCtr="0" anchor="t" bIns="45700" lIns="91425" spcFirstLastPara="1" rIns="91425" wrap="square" tIns="45700">
            <a:spAutoFit/>
          </a:bodyPr>
          <a:lstStyle/>
          <a:p>
            <a:pPr indent="0" lvl="0" marL="457200" rtl="0" algn="just">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                                                                                      </a:t>
            </a:r>
            <a:r>
              <a:rPr lang="en-US" sz="2400">
                <a:solidFill>
                  <a:schemeClr val="dk1"/>
                </a:solidFill>
                <a:latin typeface="Calibri"/>
                <a:ea typeface="Calibri"/>
                <a:cs typeface="Calibri"/>
                <a:sym typeface="Calibri"/>
              </a:rPr>
              <a:t>SPRINT 2</a:t>
            </a:r>
            <a:endParaRPr sz="1800">
              <a:solidFill>
                <a:schemeClr val="dk1"/>
              </a:solidFill>
              <a:latin typeface="Calibri"/>
              <a:ea typeface="Calibri"/>
              <a:cs typeface="Calibri"/>
              <a:sym typeface="Calibri"/>
            </a:endParaRPr>
          </a:p>
        </p:txBody>
      </p:sp>
      <p:pic>
        <p:nvPicPr>
          <p:cNvPr id="165" name="Google Shape;165;p19"/>
          <p:cNvPicPr preferRelativeResize="0"/>
          <p:nvPr/>
        </p:nvPicPr>
        <p:blipFill rotWithShape="1">
          <a:blip r:embed="rId3">
            <a:alphaModFix/>
          </a:blip>
          <a:srcRect b="0" l="0" r="0" t="4970"/>
          <a:stretch/>
        </p:blipFill>
        <p:spPr>
          <a:xfrm>
            <a:off x="11022100" y="0"/>
            <a:ext cx="1169900" cy="1452300"/>
          </a:xfrm>
          <a:prstGeom prst="rect">
            <a:avLst/>
          </a:prstGeom>
          <a:noFill/>
          <a:ln>
            <a:noFill/>
          </a:ln>
        </p:spPr>
      </p:pic>
      <p:pic>
        <p:nvPicPr>
          <p:cNvPr id="166" name="Google Shape;166;p19" title="Screenshot 2025-11-14 120051.png"/>
          <p:cNvPicPr preferRelativeResize="0"/>
          <p:nvPr/>
        </p:nvPicPr>
        <p:blipFill>
          <a:blip r:embed="rId4">
            <a:alphaModFix/>
          </a:blip>
          <a:stretch>
            <a:fillRect/>
          </a:stretch>
        </p:blipFill>
        <p:spPr>
          <a:xfrm>
            <a:off x="1614200" y="1720450"/>
            <a:ext cx="9691525" cy="4345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174" name="Google Shape;174;p20"/>
          <p:cNvSpPr txBox="1"/>
          <p:nvPr/>
        </p:nvSpPr>
        <p:spPr>
          <a:xfrm>
            <a:off x="1179600" y="1838993"/>
            <a:ext cx="8077200" cy="4212000"/>
          </a:xfrm>
          <a:prstGeom prst="rect">
            <a:avLst/>
          </a:prstGeom>
          <a:noFill/>
          <a:ln>
            <a:noFill/>
          </a:ln>
        </p:spPr>
        <p:txBody>
          <a:bodyPr anchorCtr="0" anchor="t" bIns="45700" lIns="91425" spcFirstLastPara="1" rIns="91425" wrap="square" tIns="45700">
            <a:noAutofit/>
          </a:bodyPr>
          <a:lstStyle/>
          <a:p>
            <a:pPr indent="0" lvl="0" marL="457200" marR="0" rtl="0" algn="just">
              <a:lnSpc>
                <a:spcPct val="100000"/>
              </a:lnSpc>
              <a:spcBef>
                <a:spcPts val="0"/>
              </a:spcBef>
              <a:spcAft>
                <a:spcPts val="0"/>
              </a:spcAft>
              <a:buNone/>
            </a:pPr>
            <a:r>
              <a:t/>
            </a:r>
            <a:endParaRPr sz="2400">
              <a:solidFill>
                <a:schemeClr val="dk1"/>
              </a:solidFill>
              <a:latin typeface="Calibri"/>
              <a:ea typeface="Calibri"/>
              <a:cs typeface="Calibri"/>
              <a:sym typeface="Calibri"/>
            </a:endParaRPr>
          </a:p>
          <a:p>
            <a:pPr indent="0" lvl="0" marL="457200" marR="0" rtl="0" algn="just">
              <a:lnSpc>
                <a:spcPct val="100000"/>
              </a:lnSpc>
              <a:spcBef>
                <a:spcPts val="0"/>
              </a:spcBef>
              <a:spcAft>
                <a:spcPts val="0"/>
              </a:spcAft>
              <a:buNone/>
            </a:pPr>
            <a:r>
              <a:t/>
            </a:r>
            <a:endParaRPr sz="2400">
              <a:solidFill>
                <a:schemeClr val="dk1"/>
              </a:solidFill>
              <a:latin typeface="Calibri"/>
              <a:ea typeface="Calibri"/>
              <a:cs typeface="Calibri"/>
              <a:sym typeface="Calibri"/>
            </a:endParaRPr>
          </a:p>
        </p:txBody>
      </p:sp>
      <p:sp>
        <p:nvSpPr>
          <p:cNvPr id="175" name="Google Shape;175;p20"/>
          <p:cNvSpPr txBox="1"/>
          <p:nvPr/>
        </p:nvSpPr>
        <p:spPr>
          <a:xfrm>
            <a:off x="2895600" y="990600"/>
            <a:ext cx="7848600" cy="461700"/>
          </a:xfrm>
          <a:prstGeom prst="rect">
            <a:avLst/>
          </a:prstGeom>
          <a:noFill/>
          <a:ln>
            <a:noFill/>
          </a:ln>
        </p:spPr>
        <p:txBody>
          <a:bodyPr anchorCtr="0" anchor="t" bIns="45700" lIns="91425" spcFirstLastPara="1" rIns="91425" wrap="square" tIns="45700">
            <a:spAutoFit/>
          </a:bodyPr>
          <a:lstStyle/>
          <a:p>
            <a:pPr indent="0" lvl="0" marL="0" rtl="0" algn="r">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SPRINT 2 BURNDOWN CHART</a:t>
            </a:r>
            <a:endParaRPr sz="1800">
              <a:solidFill>
                <a:schemeClr val="dk1"/>
              </a:solidFill>
              <a:latin typeface="Calibri"/>
              <a:ea typeface="Calibri"/>
              <a:cs typeface="Calibri"/>
              <a:sym typeface="Calibri"/>
            </a:endParaRPr>
          </a:p>
        </p:txBody>
      </p:sp>
      <p:pic>
        <p:nvPicPr>
          <p:cNvPr id="176" name="Google Shape;176;p20"/>
          <p:cNvPicPr preferRelativeResize="0"/>
          <p:nvPr/>
        </p:nvPicPr>
        <p:blipFill rotWithShape="1">
          <a:blip r:embed="rId3">
            <a:alphaModFix/>
          </a:blip>
          <a:srcRect b="0" l="0" r="0" t="4970"/>
          <a:stretch/>
        </p:blipFill>
        <p:spPr>
          <a:xfrm>
            <a:off x="11022100" y="0"/>
            <a:ext cx="1169900" cy="1452300"/>
          </a:xfrm>
          <a:prstGeom prst="rect">
            <a:avLst/>
          </a:prstGeom>
          <a:noFill/>
          <a:ln>
            <a:noFill/>
          </a:ln>
        </p:spPr>
      </p:pic>
      <p:pic>
        <p:nvPicPr>
          <p:cNvPr id="177" name="Google Shape;177;p20" title="Screenshot 2025-11-14 121627.png"/>
          <p:cNvPicPr preferRelativeResize="0"/>
          <p:nvPr/>
        </p:nvPicPr>
        <p:blipFill>
          <a:blip r:embed="rId4">
            <a:alphaModFix/>
          </a:blip>
          <a:stretch>
            <a:fillRect/>
          </a:stretch>
        </p:blipFill>
        <p:spPr>
          <a:xfrm>
            <a:off x="1093475" y="1746594"/>
            <a:ext cx="10363576" cy="45141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1"/>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185" name="Google Shape;185;p21"/>
          <p:cNvSpPr txBox="1"/>
          <p:nvPr/>
        </p:nvSpPr>
        <p:spPr>
          <a:xfrm>
            <a:off x="1937600" y="1979250"/>
            <a:ext cx="8094900" cy="40104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None/>
            </a:pPr>
            <a:r>
              <a:rPr b="1" lang="en-US" sz="1900">
                <a:solidFill>
                  <a:schemeClr val="dk1"/>
                </a:solidFill>
                <a:latin typeface="Trebuchet MS"/>
                <a:ea typeface="Trebuchet MS"/>
                <a:cs typeface="Trebuchet MS"/>
                <a:sym typeface="Trebuchet MS"/>
              </a:rPr>
              <a:t>Branching:We have created branches according to each user stories</a:t>
            </a:r>
            <a:endParaRPr b="1" sz="1900">
              <a:solidFill>
                <a:schemeClr val="dk1"/>
              </a:solidFill>
              <a:latin typeface="Trebuchet MS"/>
              <a:ea typeface="Trebuchet MS"/>
              <a:cs typeface="Trebuchet MS"/>
              <a:sym typeface="Trebuchet MS"/>
            </a:endParaRPr>
          </a:p>
          <a:p>
            <a:pPr indent="0" lvl="0" marL="0" marR="0" rtl="0" algn="just">
              <a:lnSpc>
                <a:spcPct val="100000"/>
              </a:lnSpc>
              <a:spcBef>
                <a:spcPts val="0"/>
              </a:spcBef>
              <a:spcAft>
                <a:spcPts val="0"/>
              </a:spcAft>
              <a:buNone/>
            </a:pPr>
            <a:r>
              <a:t/>
            </a:r>
            <a:endParaRPr b="1" sz="2800">
              <a:solidFill>
                <a:schemeClr val="dk1"/>
              </a:solidFill>
              <a:latin typeface="Trebuchet MS"/>
              <a:ea typeface="Trebuchet MS"/>
              <a:cs typeface="Trebuchet MS"/>
              <a:sym typeface="Trebuchet MS"/>
            </a:endParaRPr>
          </a:p>
        </p:txBody>
      </p:sp>
      <p:sp>
        <p:nvSpPr>
          <p:cNvPr id="186" name="Google Shape;186;p21"/>
          <p:cNvSpPr txBox="1"/>
          <p:nvPr/>
        </p:nvSpPr>
        <p:spPr>
          <a:xfrm>
            <a:off x="2895600" y="990600"/>
            <a:ext cx="7848600" cy="4617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rPr lang="en-US" sz="2400">
                <a:solidFill>
                  <a:schemeClr val="dk1"/>
                </a:solidFill>
                <a:latin typeface="Trebuchet MS"/>
                <a:ea typeface="Trebuchet MS"/>
                <a:cs typeface="Trebuchet MS"/>
                <a:sym typeface="Trebuchet MS"/>
              </a:rPr>
              <a:t>Git and Scrum</a:t>
            </a:r>
            <a:endParaRPr b="0" i="0" sz="1800" u="none" cap="none" strike="noStrike">
              <a:solidFill>
                <a:schemeClr val="dk1"/>
              </a:solidFill>
              <a:latin typeface="Calibri"/>
              <a:ea typeface="Calibri"/>
              <a:cs typeface="Calibri"/>
              <a:sym typeface="Calibri"/>
            </a:endParaRPr>
          </a:p>
        </p:txBody>
      </p:sp>
      <p:pic>
        <p:nvPicPr>
          <p:cNvPr id="187" name="Google Shape;187;p21"/>
          <p:cNvPicPr preferRelativeResize="0"/>
          <p:nvPr/>
        </p:nvPicPr>
        <p:blipFill rotWithShape="1">
          <a:blip r:embed="rId3">
            <a:alphaModFix/>
          </a:blip>
          <a:srcRect b="0" l="0" r="0" t="4970"/>
          <a:stretch/>
        </p:blipFill>
        <p:spPr>
          <a:xfrm>
            <a:off x="10861054" y="0"/>
            <a:ext cx="1330950" cy="1581150"/>
          </a:xfrm>
          <a:prstGeom prst="rect">
            <a:avLst/>
          </a:prstGeom>
          <a:noFill/>
          <a:ln>
            <a:noFill/>
          </a:ln>
        </p:spPr>
      </p:pic>
      <p:pic>
        <p:nvPicPr>
          <p:cNvPr id="188" name="Google Shape;188;p21" title="Screenshot 2025-11-14 113954.png"/>
          <p:cNvPicPr preferRelativeResize="0"/>
          <p:nvPr/>
        </p:nvPicPr>
        <p:blipFill>
          <a:blip r:embed="rId4">
            <a:alphaModFix/>
          </a:blip>
          <a:stretch>
            <a:fillRect/>
          </a:stretch>
        </p:blipFill>
        <p:spPr>
          <a:xfrm>
            <a:off x="2316725" y="2407675"/>
            <a:ext cx="7226476" cy="385162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p:nvPr/>
        </p:nvSpPr>
        <p:spPr>
          <a:xfrm>
            <a:off x="3048000" y="1581155"/>
            <a:ext cx="7620000" cy="36513"/>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194" name="Google Shape;194;p22"/>
          <p:cNvSpPr txBox="1"/>
          <p:nvPr/>
        </p:nvSpPr>
        <p:spPr>
          <a:xfrm>
            <a:off x="2895600" y="1143002"/>
            <a:ext cx="7772400" cy="4617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rPr lang="en-US" sz="2400">
                <a:solidFill>
                  <a:schemeClr val="dk1"/>
                </a:solidFill>
                <a:latin typeface="Trebuchet MS"/>
                <a:ea typeface="Trebuchet MS"/>
                <a:cs typeface="Trebuchet MS"/>
                <a:sym typeface="Trebuchet MS"/>
              </a:rPr>
              <a:t>Code Quality</a:t>
            </a:r>
            <a:endParaRPr b="0" i="0" sz="1800" u="none" cap="none" strike="noStrike">
              <a:solidFill>
                <a:schemeClr val="dk1"/>
              </a:solidFill>
              <a:latin typeface="Calibri"/>
              <a:ea typeface="Calibri"/>
              <a:cs typeface="Calibri"/>
              <a:sym typeface="Calibri"/>
            </a:endParaRPr>
          </a:p>
        </p:txBody>
      </p:sp>
      <p:sp>
        <p:nvSpPr>
          <p:cNvPr id="195" name="Google Shape;195;p22"/>
          <p:cNvSpPr txBox="1"/>
          <p:nvPr/>
        </p:nvSpPr>
        <p:spPr>
          <a:xfrm>
            <a:off x="1466651" y="1617676"/>
            <a:ext cx="8839200" cy="10056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Github actions:</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p:txBody>
      </p:sp>
      <p:pic>
        <p:nvPicPr>
          <p:cNvPr id="196" name="Google Shape;196;p22"/>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pic>
        <p:nvPicPr>
          <p:cNvPr id="197" name="Google Shape;197;p22"/>
          <p:cNvPicPr preferRelativeResize="0"/>
          <p:nvPr/>
        </p:nvPicPr>
        <p:blipFill>
          <a:blip r:embed="rId4">
            <a:alphaModFix/>
          </a:blip>
          <a:stretch>
            <a:fillRect/>
          </a:stretch>
        </p:blipFill>
        <p:spPr>
          <a:xfrm>
            <a:off x="1855050" y="2178550"/>
            <a:ext cx="8529750" cy="394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203" name="Google Shape;203;p23"/>
          <p:cNvSpPr txBox="1"/>
          <p:nvPr/>
        </p:nvSpPr>
        <p:spPr>
          <a:xfrm>
            <a:off x="2895600" y="1143002"/>
            <a:ext cx="7772400" cy="4617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rPr lang="en-US" sz="2400">
                <a:solidFill>
                  <a:schemeClr val="dk1"/>
                </a:solidFill>
                <a:latin typeface="Trebuchet MS"/>
                <a:ea typeface="Trebuchet MS"/>
                <a:cs typeface="Trebuchet MS"/>
                <a:sym typeface="Trebuchet MS"/>
              </a:rPr>
              <a:t>Code Quality</a:t>
            </a:r>
            <a:endParaRPr b="0" i="0" sz="1800" u="none" cap="none" strike="noStrike">
              <a:solidFill>
                <a:schemeClr val="dk1"/>
              </a:solidFill>
              <a:latin typeface="Calibri"/>
              <a:ea typeface="Calibri"/>
              <a:cs typeface="Calibri"/>
              <a:sym typeface="Calibri"/>
            </a:endParaRPr>
          </a:p>
        </p:txBody>
      </p:sp>
      <p:sp>
        <p:nvSpPr>
          <p:cNvPr id="204" name="Google Shape;204;p23"/>
          <p:cNvSpPr txBox="1"/>
          <p:nvPr/>
        </p:nvSpPr>
        <p:spPr>
          <a:xfrm>
            <a:off x="2133600" y="1905000"/>
            <a:ext cx="8839200" cy="1488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CI/CD PIPELINE</a:t>
            </a:r>
            <a:endParaRPr sz="2800">
              <a:solidFill>
                <a:schemeClr val="dk1"/>
              </a:solidFill>
              <a:latin typeface="Trebuchet MS"/>
              <a:ea typeface="Trebuchet MS"/>
              <a:cs typeface="Trebuchet MS"/>
              <a:sym typeface="Trebuchet MS"/>
            </a:endParaRPr>
          </a:p>
          <a:p>
            <a:pPr indent="0" lvl="0" marL="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p:txBody>
      </p:sp>
      <p:pic>
        <p:nvPicPr>
          <p:cNvPr id="205" name="Google Shape;205;p23"/>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pic>
        <p:nvPicPr>
          <p:cNvPr id="206" name="Google Shape;206;p23"/>
          <p:cNvPicPr preferRelativeResize="0"/>
          <p:nvPr/>
        </p:nvPicPr>
        <p:blipFill>
          <a:blip r:embed="rId4">
            <a:alphaModFix/>
          </a:blip>
          <a:stretch>
            <a:fillRect/>
          </a:stretch>
        </p:blipFill>
        <p:spPr>
          <a:xfrm>
            <a:off x="2137200" y="2340125"/>
            <a:ext cx="7917602" cy="3740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212" name="Google Shape;212;p24"/>
          <p:cNvSpPr txBox="1"/>
          <p:nvPr/>
        </p:nvSpPr>
        <p:spPr>
          <a:xfrm>
            <a:off x="2895600" y="1143002"/>
            <a:ext cx="7772400" cy="4617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rPr b="1" lang="en-US" sz="2400">
                <a:solidFill>
                  <a:schemeClr val="dk1"/>
                </a:solidFill>
                <a:latin typeface="Trebuchet MS"/>
                <a:ea typeface="Trebuchet MS"/>
                <a:cs typeface="Trebuchet MS"/>
                <a:sym typeface="Trebuchet MS"/>
              </a:rPr>
              <a:t>Continuous</a:t>
            </a:r>
            <a:r>
              <a:rPr b="1" lang="en-US" sz="2400">
                <a:solidFill>
                  <a:schemeClr val="dk1"/>
                </a:solidFill>
                <a:latin typeface="Trebuchet MS"/>
                <a:ea typeface="Trebuchet MS"/>
                <a:cs typeface="Trebuchet MS"/>
                <a:sym typeface="Trebuchet MS"/>
              </a:rPr>
              <a:t> testing</a:t>
            </a:r>
            <a:endParaRPr b="1" i="0" sz="1800" u="none" cap="none" strike="noStrike">
              <a:solidFill>
                <a:schemeClr val="dk1"/>
              </a:solidFill>
              <a:latin typeface="Calibri"/>
              <a:ea typeface="Calibri"/>
              <a:cs typeface="Calibri"/>
              <a:sym typeface="Calibri"/>
            </a:endParaRPr>
          </a:p>
        </p:txBody>
      </p:sp>
      <p:sp>
        <p:nvSpPr>
          <p:cNvPr id="213" name="Google Shape;213;p24"/>
          <p:cNvSpPr txBox="1"/>
          <p:nvPr/>
        </p:nvSpPr>
        <p:spPr>
          <a:xfrm>
            <a:off x="1379750" y="5293425"/>
            <a:ext cx="10186200" cy="400200"/>
          </a:xfrm>
          <a:prstGeom prst="rect">
            <a:avLst/>
          </a:prstGeom>
          <a:noFill/>
          <a:ln>
            <a:noFill/>
          </a:ln>
        </p:spPr>
        <p:txBody>
          <a:bodyPr anchorCtr="0" anchor="t" bIns="45700" lIns="91425" spcFirstLastPara="1" rIns="91425" wrap="square" tIns="45700">
            <a:spAutoFit/>
          </a:bodyPr>
          <a:lstStyle/>
          <a:p>
            <a:pPr indent="0" lvl="0" marL="0" rtl="0" algn="l">
              <a:spcBef>
                <a:spcPts val="400"/>
              </a:spcBef>
              <a:spcAft>
                <a:spcPts val="0"/>
              </a:spcAft>
              <a:buClr>
                <a:schemeClr val="dk1"/>
              </a:buClr>
              <a:buSzPts val="1100"/>
              <a:buFont typeface="Arial"/>
              <a:buNone/>
            </a:pPr>
            <a:r>
              <a:rPr i="1" lang="en-US" sz="2000">
                <a:solidFill>
                  <a:schemeClr val="dk1"/>
                </a:solidFill>
                <a:latin typeface="Trebuchet MS"/>
                <a:ea typeface="Trebuchet MS"/>
                <a:cs typeface="Trebuchet MS"/>
                <a:sym typeface="Trebuchet MS"/>
              </a:rPr>
              <a:t>Summary: Total Tests Created: 331,Total Tests Passed: 331,Total Tests Failed: 0</a:t>
            </a:r>
            <a:endParaRPr i="1" sz="2000">
              <a:solidFill>
                <a:schemeClr val="dk1"/>
              </a:solidFill>
              <a:latin typeface="Trebuchet MS"/>
              <a:ea typeface="Trebuchet MS"/>
              <a:cs typeface="Trebuchet MS"/>
              <a:sym typeface="Trebuchet MS"/>
            </a:endParaRPr>
          </a:p>
        </p:txBody>
      </p:sp>
      <p:pic>
        <p:nvPicPr>
          <p:cNvPr id="214" name="Google Shape;214;p24"/>
          <p:cNvPicPr preferRelativeResize="0"/>
          <p:nvPr/>
        </p:nvPicPr>
        <p:blipFill rotWithShape="1">
          <a:blip r:embed="rId3">
            <a:alphaModFix/>
          </a:blip>
          <a:srcRect b="0" l="0" r="0" t="4970"/>
          <a:stretch/>
        </p:blipFill>
        <p:spPr>
          <a:xfrm>
            <a:off x="10910697" y="-57999"/>
            <a:ext cx="1281312" cy="1560352"/>
          </a:xfrm>
          <a:prstGeom prst="rect">
            <a:avLst/>
          </a:prstGeom>
          <a:noFill/>
          <a:ln>
            <a:noFill/>
          </a:ln>
        </p:spPr>
      </p:pic>
      <p:graphicFrame>
        <p:nvGraphicFramePr>
          <p:cNvPr id="215" name="Google Shape;215;p24"/>
          <p:cNvGraphicFramePr/>
          <p:nvPr/>
        </p:nvGraphicFramePr>
        <p:xfrm>
          <a:off x="988275" y="2001775"/>
          <a:ext cx="3000000" cy="3000000"/>
        </p:xfrm>
        <a:graphic>
          <a:graphicData uri="http://schemas.openxmlformats.org/drawingml/2006/table">
            <a:tbl>
              <a:tblPr>
                <a:noFill/>
                <a:tableStyleId>{F053880D-AEE8-49E5-980D-C442387408B5}</a:tableStyleId>
              </a:tblPr>
              <a:tblGrid>
                <a:gridCol w="2963225"/>
                <a:gridCol w="2571750"/>
                <a:gridCol w="2571750"/>
                <a:gridCol w="2571750"/>
              </a:tblGrid>
              <a:tr h="381000">
                <a:tc>
                  <a:txBody>
                    <a:bodyPr/>
                    <a:lstStyle/>
                    <a:p>
                      <a:pPr indent="-342900" lvl="0" marL="342900" rtl="0" algn="l">
                        <a:spcBef>
                          <a:spcPts val="400"/>
                        </a:spcBef>
                        <a:spcAft>
                          <a:spcPts val="0"/>
                        </a:spcAft>
                        <a:buNone/>
                      </a:pPr>
                      <a:r>
                        <a:rPr lang="en-US" sz="2800">
                          <a:solidFill>
                            <a:schemeClr val="dk1"/>
                          </a:solidFill>
                          <a:latin typeface="Trebuchet MS"/>
                          <a:ea typeface="Trebuchet MS"/>
                          <a:cs typeface="Trebuchet MS"/>
                          <a:sym typeface="Trebuchet MS"/>
                        </a:rPr>
                        <a:t>Testing method</a:t>
                      </a:r>
                      <a:endParaRPr sz="2800">
                        <a:solidFill>
                          <a:schemeClr val="dk1"/>
                        </a:solidFill>
                        <a:latin typeface="Trebuchet MS"/>
                        <a:ea typeface="Trebuchet MS"/>
                        <a:cs typeface="Trebuchet MS"/>
                        <a:sym typeface="Trebuchet MS"/>
                      </a:endParaRPr>
                    </a:p>
                  </a:txBody>
                  <a:tcPr marT="91425" marB="91425" marR="91425" marL="91425"/>
                </a:tc>
                <a:tc>
                  <a:txBody>
                    <a:bodyPr/>
                    <a:lstStyle/>
                    <a:p>
                      <a:pPr indent="0" lvl="0" marL="0" rtl="0" algn="l">
                        <a:spcBef>
                          <a:spcPts val="0"/>
                        </a:spcBef>
                        <a:spcAft>
                          <a:spcPts val="0"/>
                        </a:spcAft>
                        <a:buNone/>
                      </a:pPr>
                      <a:r>
                        <a:rPr lang="en-US" sz="2800">
                          <a:latin typeface="Trebuchet MS"/>
                          <a:ea typeface="Trebuchet MS"/>
                          <a:cs typeface="Trebuchet MS"/>
                          <a:sym typeface="Trebuchet MS"/>
                        </a:rPr>
                        <a:t>C</a:t>
                      </a:r>
                      <a:r>
                        <a:rPr lang="en-US" sz="2800">
                          <a:latin typeface="Trebuchet MS"/>
                          <a:ea typeface="Trebuchet MS"/>
                          <a:cs typeface="Trebuchet MS"/>
                          <a:sym typeface="Trebuchet MS"/>
                        </a:rPr>
                        <a:t>reated</a:t>
                      </a:r>
                      <a:endParaRPr sz="2800">
                        <a:latin typeface="Trebuchet MS"/>
                        <a:ea typeface="Trebuchet MS"/>
                        <a:cs typeface="Trebuchet MS"/>
                        <a:sym typeface="Trebuchet MS"/>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Passed</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Failed</a:t>
                      </a:r>
                      <a:endParaRPr/>
                    </a:p>
                  </a:txBody>
                  <a:tcPr marT="91425" marB="91425" marR="91425" marL="91425"/>
                </a:tc>
              </a:tr>
              <a:tr h="381000">
                <a:tc>
                  <a:txBody>
                    <a:bodyPr/>
                    <a:lstStyle/>
                    <a:p>
                      <a:pPr indent="-342900" lvl="0" marL="342900" rtl="0" algn="l">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Unit Testing:</a:t>
                      </a:r>
                      <a:endParaRPr/>
                    </a:p>
                  </a:txBody>
                  <a:tcPr marT="91425" marB="91425" marR="91425" marL="91425"/>
                </a:tc>
                <a:tc>
                  <a:txBody>
                    <a:bodyPr/>
                    <a:lstStyle/>
                    <a:p>
                      <a:pPr indent="0" lvl="0" marL="0" rtl="0" algn="l">
                        <a:spcBef>
                          <a:spcPts val="0"/>
                        </a:spcBef>
                        <a:spcAft>
                          <a:spcPts val="0"/>
                        </a:spcAft>
                        <a:buNone/>
                      </a:pPr>
                      <a:r>
                        <a:rPr lang="en-US" sz="2800">
                          <a:latin typeface="Trebuchet MS"/>
                          <a:ea typeface="Trebuchet MS"/>
                          <a:cs typeface="Trebuchet MS"/>
                          <a:sym typeface="Trebuchet MS"/>
                        </a:rPr>
                        <a:t>296</a:t>
                      </a:r>
                      <a:endParaRPr sz="2800">
                        <a:latin typeface="Trebuchet MS"/>
                        <a:ea typeface="Trebuchet MS"/>
                        <a:cs typeface="Trebuchet MS"/>
                        <a:sym typeface="Trebuchet MS"/>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296</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0</a:t>
                      </a:r>
                      <a:endParaRPr/>
                    </a:p>
                  </a:txBody>
                  <a:tcPr marT="91425" marB="91425" marR="91425" marL="91425"/>
                </a:tc>
              </a:tr>
              <a:tr h="381000">
                <a:tc>
                  <a:txBody>
                    <a:bodyPr/>
                    <a:lstStyle/>
                    <a:p>
                      <a:pPr indent="-342900" lvl="0" marL="342900" rtl="0" algn="l">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Integration Testing:</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34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34</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0</a:t>
                      </a:r>
                      <a:endParaRPr/>
                    </a:p>
                  </a:txBody>
                  <a:tcPr marT="91425" marB="91425" marR="91425" marL="91425"/>
                </a:tc>
              </a:tr>
              <a:tr h="100000">
                <a:tc>
                  <a:txBody>
                    <a:bodyPr/>
                    <a:lstStyle/>
                    <a:p>
                      <a:pPr indent="-342900" lvl="0" marL="342900" rtl="0" algn="l">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System Testing:</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800">
                          <a:solidFill>
                            <a:schemeClr val="dk1"/>
                          </a:solidFill>
                          <a:latin typeface="Trebuchet MS"/>
                          <a:ea typeface="Trebuchet MS"/>
                          <a:cs typeface="Trebuchet MS"/>
                          <a:sym typeface="Trebuchet MS"/>
                        </a:rPr>
                        <a:t>0</a:t>
                      </a:r>
                      <a:endParaRPr/>
                    </a:p>
                  </a:txBody>
                  <a:tcPr marT="91425" marB="91425" marR="91425" marL="91425"/>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25"/>
          <p:cNvPicPr preferRelativeResize="0"/>
          <p:nvPr/>
        </p:nvPicPr>
        <p:blipFill>
          <a:blip r:embed="rId3">
            <a:alphaModFix/>
          </a:blip>
          <a:stretch>
            <a:fillRect/>
          </a:stretch>
        </p:blipFill>
        <p:spPr>
          <a:xfrm>
            <a:off x="761350" y="924050"/>
            <a:ext cx="5899399" cy="5276324"/>
          </a:xfrm>
          <a:prstGeom prst="rect">
            <a:avLst/>
          </a:prstGeom>
          <a:noFill/>
          <a:ln>
            <a:noFill/>
          </a:ln>
        </p:spPr>
      </p:pic>
      <p:sp>
        <p:nvSpPr>
          <p:cNvPr id="222" name="Google Shape;222;p25"/>
          <p:cNvSpPr txBox="1"/>
          <p:nvPr/>
        </p:nvSpPr>
        <p:spPr>
          <a:xfrm>
            <a:off x="3036825" y="360852"/>
            <a:ext cx="7772400" cy="4617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rPr b="1" lang="en-US" sz="2400">
                <a:solidFill>
                  <a:schemeClr val="dk1"/>
                </a:solidFill>
                <a:latin typeface="Trebuchet MS"/>
                <a:ea typeface="Trebuchet MS"/>
                <a:cs typeface="Trebuchet MS"/>
                <a:sym typeface="Trebuchet MS"/>
              </a:rPr>
              <a:t>Code Coverage Report</a:t>
            </a:r>
            <a:endParaRPr b="1" sz="2400">
              <a:solidFill>
                <a:schemeClr val="dk1"/>
              </a:solidFill>
              <a:latin typeface="Trebuchet MS"/>
              <a:ea typeface="Trebuchet MS"/>
              <a:cs typeface="Trebuchet MS"/>
              <a:sym typeface="Trebuchet MS"/>
            </a:endParaRPr>
          </a:p>
        </p:txBody>
      </p:sp>
      <p:pic>
        <p:nvPicPr>
          <p:cNvPr id="223" name="Google Shape;223;p25"/>
          <p:cNvPicPr preferRelativeResize="0"/>
          <p:nvPr/>
        </p:nvPicPr>
        <p:blipFill rotWithShape="1">
          <a:blip r:embed="rId4">
            <a:alphaModFix/>
          </a:blip>
          <a:srcRect b="0" l="0" r="0" t="4970"/>
          <a:stretch/>
        </p:blipFill>
        <p:spPr>
          <a:xfrm>
            <a:off x="10910697" y="-86974"/>
            <a:ext cx="1281312" cy="1560352"/>
          </a:xfrm>
          <a:prstGeom prst="rect">
            <a:avLst/>
          </a:prstGeom>
          <a:noFill/>
          <a:ln>
            <a:noFill/>
          </a:ln>
        </p:spPr>
      </p:pic>
      <p:pic>
        <p:nvPicPr>
          <p:cNvPr id="224" name="Google Shape;224;p25"/>
          <p:cNvPicPr preferRelativeResize="0"/>
          <p:nvPr/>
        </p:nvPicPr>
        <p:blipFill rotWithShape="1">
          <a:blip r:embed="rId5">
            <a:alphaModFix/>
          </a:blip>
          <a:srcRect b="0" l="0" r="58475" t="0"/>
          <a:stretch/>
        </p:blipFill>
        <p:spPr>
          <a:xfrm>
            <a:off x="7300400" y="4980550"/>
            <a:ext cx="3373749" cy="1019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aphicFrame>
        <p:nvGraphicFramePr>
          <p:cNvPr id="230" name="Google Shape;230;p26"/>
          <p:cNvGraphicFramePr/>
          <p:nvPr/>
        </p:nvGraphicFramePr>
        <p:xfrm>
          <a:off x="1816988" y="678950"/>
          <a:ext cx="3000000" cy="3000000"/>
        </p:xfrm>
        <a:graphic>
          <a:graphicData uri="http://schemas.openxmlformats.org/drawingml/2006/table">
            <a:tbl>
              <a:tblPr>
                <a:noFill/>
                <a:tableStyleId>{F053880D-AEE8-49E5-980D-C442387408B5}</a:tableStyleId>
              </a:tblPr>
              <a:tblGrid>
                <a:gridCol w="1961625"/>
                <a:gridCol w="1649100"/>
                <a:gridCol w="1649100"/>
                <a:gridCol w="1649100"/>
                <a:gridCol w="1649100"/>
              </a:tblGrid>
              <a:tr h="271850">
                <a:tc>
                  <a:txBody>
                    <a:bodyPr/>
                    <a:lstStyle/>
                    <a:p>
                      <a:pPr indent="0" lvl="0" marL="0" rtl="0" algn="ctr">
                        <a:lnSpc>
                          <a:spcPct val="115000"/>
                        </a:lnSpc>
                        <a:spcBef>
                          <a:spcPts val="0"/>
                        </a:spcBef>
                        <a:spcAft>
                          <a:spcPts val="0"/>
                        </a:spcAft>
                        <a:buNone/>
                      </a:pPr>
                      <a:r>
                        <a:rPr b="1" lang="en-US" sz="1300"/>
                        <a:t>User Story</a:t>
                      </a:r>
                      <a:endParaRPr b="1" sz="1300"/>
                    </a:p>
                  </a:txBody>
                  <a:tcPr marT="91425" marB="91425" marR="91425" marL="91425"/>
                </a:tc>
                <a:tc>
                  <a:txBody>
                    <a:bodyPr/>
                    <a:lstStyle/>
                    <a:p>
                      <a:pPr indent="0" lvl="0" marL="0" rtl="0" algn="ctr">
                        <a:lnSpc>
                          <a:spcPct val="115000"/>
                        </a:lnSpc>
                        <a:spcBef>
                          <a:spcPts val="0"/>
                        </a:spcBef>
                        <a:spcAft>
                          <a:spcPts val="0"/>
                        </a:spcAft>
                        <a:buNone/>
                      </a:pPr>
                      <a:r>
                        <a:rPr b="1" lang="en-US" sz="1300"/>
                        <a:t>Description</a:t>
                      </a:r>
                      <a:endParaRPr b="1" sz="1300"/>
                    </a:p>
                  </a:txBody>
                  <a:tcPr marT="91425" marB="91425" marR="91425" marL="91425"/>
                </a:tc>
                <a:tc>
                  <a:txBody>
                    <a:bodyPr/>
                    <a:lstStyle/>
                    <a:p>
                      <a:pPr indent="0" lvl="0" marL="0" rtl="0" algn="ctr">
                        <a:lnSpc>
                          <a:spcPct val="115000"/>
                        </a:lnSpc>
                        <a:spcBef>
                          <a:spcPts val="0"/>
                        </a:spcBef>
                        <a:spcAft>
                          <a:spcPts val="0"/>
                        </a:spcAft>
                        <a:buNone/>
                      </a:pPr>
                      <a:r>
                        <a:rPr b="1" lang="en-US" sz="1300"/>
                        <a:t>Use Case</a:t>
                      </a:r>
                      <a:endParaRPr b="1" sz="1300"/>
                    </a:p>
                  </a:txBody>
                  <a:tcPr marT="91425" marB="91425" marR="91425" marL="91425"/>
                </a:tc>
                <a:tc>
                  <a:txBody>
                    <a:bodyPr/>
                    <a:lstStyle/>
                    <a:p>
                      <a:pPr indent="0" lvl="0" marL="0" rtl="0" algn="ctr">
                        <a:lnSpc>
                          <a:spcPct val="115000"/>
                        </a:lnSpc>
                        <a:spcBef>
                          <a:spcPts val="0"/>
                        </a:spcBef>
                        <a:spcAft>
                          <a:spcPts val="0"/>
                        </a:spcAft>
                        <a:buNone/>
                      </a:pPr>
                      <a:r>
                        <a:rPr b="1" lang="en-US" sz="1300"/>
                        <a:t>Test Cases</a:t>
                      </a:r>
                      <a:endParaRPr b="1" sz="1300"/>
                    </a:p>
                  </a:txBody>
                  <a:tcPr marT="91425" marB="91425" marR="91425" marL="91425"/>
                </a:tc>
                <a:tc>
                  <a:txBody>
                    <a:bodyPr/>
                    <a:lstStyle/>
                    <a:p>
                      <a:pPr indent="0" lvl="0" marL="0" rtl="0" algn="ctr">
                        <a:lnSpc>
                          <a:spcPct val="115000"/>
                        </a:lnSpc>
                        <a:spcBef>
                          <a:spcPts val="0"/>
                        </a:spcBef>
                        <a:spcAft>
                          <a:spcPts val="0"/>
                        </a:spcAft>
                        <a:buNone/>
                      </a:pPr>
                      <a:r>
                        <a:rPr b="1" lang="en-US" sz="1300"/>
                        <a:t>Commit</a:t>
                      </a:r>
                      <a:endParaRPr b="1" sz="1300"/>
                    </a:p>
                  </a:txBody>
                  <a:tcPr marT="91425" marB="91425" marR="91425" marL="91425"/>
                </a:tc>
              </a:tr>
              <a:tr h="282700">
                <a:tc>
                  <a:txBody>
                    <a:bodyPr/>
                    <a:lstStyle/>
                    <a:p>
                      <a:pPr indent="0" lvl="0" marL="0" rtl="0" algn="l">
                        <a:spcBef>
                          <a:spcPts val="0"/>
                        </a:spcBef>
                        <a:spcAft>
                          <a:spcPts val="0"/>
                        </a:spcAft>
                        <a:buNone/>
                      </a:pPr>
                      <a:r>
                        <a:rPr lang="en-US" u="sng">
                          <a:solidFill>
                            <a:schemeClr val="hlink"/>
                          </a:solidFill>
                          <a:hlinkClick r:id="rId3"/>
                        </a:rPr>
                        <a:t>INV-3</a:t>
                      </a:r>
                      <a:endParaRPr/>
                    </a:p>
                  </a:txBody>
                  <a:tcPr marT="91425" marB="91425" marR="91425" marL="91425"/>
                </a:tc>
                <a:tc>
                  <a:txBody>
                    <a:bodyPr/>
                    <a:lstStyle/>
                    <a:p>
                      <a:pPr indent="0" lvl="0" marL="0" rtl="0" algn="l">
                        <a:spcBef>
                          <a:spcPts val="0"/>
                        </a:spcBef>
                        <a:spcAft>
                          <a:spcPts val="0"/>
                        </a:spcAft>
                        <a:buNone/>
                      </a:pPr>
                      <a:r>
                        <a:rPr lang="en-US"/>
                        <a:t>Add New Product</a:t>
                      </a:r>
                      <a:endParaRPr/>
                    </a:p>
                  </a:txBody>
                  <a:tcPr marT="91425" marB="91425" marR="91425" marL="91425"/>
                </a:tc>
                <a:tc>
                  <a:txBody>
                    <a:bodyPr/>
                    <a:lstStyle/>
                    <a:p>
                      <a:pPr indent="0" lvl="0" marL="0" rtl="0" algn="l">
                        <a:spcBef>
                          <a:spcPts val="0"/>
                        </a:spcBef>
                        <a:spcAft>
                          <a:spcPts val="0"/>
                        </a:spcAft>
                        <a:buNone/>
                      </a:pPr>
                      <a:r>
                        <a:rPr lang="en-US"/>
                        <a:t>UC-002</a:t>
                      </a:r>
                      <a:endParaRPr/>
                    </a:p>
                  </a:txBody>
                  <a:tcPr marT="91425" marB="91425" marR="91425" marL="91425"/>
                </a:tc>
                <a:tc>
                  <a:txBody>
                    <a:bodyPr/>
                    <a:lstStyle/>
                    <a:p>
                      <a:pPr indent="0" lvl="0" marL="0" rtl="0" algn="l">
                        <a:spcBef>
                          <a:spcPts val="0"/>
                        </a:spcBef>
                        <a:spcAft>
                          <a:spcPts val="0"/>
                        </a:spcAft>
                        <a:buNone/>
                      </a:pPr>
                      <a:r>
                        <a:rPr lang="en-US"/>
                        <a:t>TC-PM-01/02/03</a:t>
                      </a:r>
                      <a:endParaRPr/>
                    </a:p>
                  </a:txBody>
                  <a:tcPr marT="91425" marB="91425" marR="91425" marL="91425"/>
                </a:tc>
                <a:tc>
                  <a:txBody>
                    <a:bodyPr/>
                    <a:lstStyle/>
                    <a:p>
                      <a:pPr indent="0" lvl="0" marL="0" rtl="0" algn="l">
                        <a:spcBef>
                          <a:spcPts val="0"/>
                        </a:spcBef>
                        <a:spcAft>
                          <a:spcPts val="0"/>
                        </a:spcAft>
                        <a:buNone/>
                      </a:pPr>
                      <a:r>
                        <a:rPr lang="en-US" u="sng">
                          <a:solidFill>
                            <a:schemeClr val="hlink"/>
                          </a:solidFill>
                          <a:hlinkClick r:id="rId4"/>
                        </a:rPr>
                        <a:t>39396a3</a:t>
                      </a:r>
                      <a:endParaRPr/>
                    </a:p>
                  </a:txBody>
                  <a:tcPr marT="91425" marB="91425" marR="91425" marL="91425"/>
                </a:tc>
              </a:tr>
              <a:tr h="282700">
                <a:tc>
                  <a:txBody>
                    <a:bodyPr/>
                    <a:lstStyle/>
                    <a:p>
                      <a:pPr indent="0" lvl="0" marL="0" rtl="0" algn="l">
                        <a:spcBef>
                          <a:spcPts val="0"/>
                        </a:spcBef>
                        <a:spcAft>
                          <a:spcPts val="0"/>
                        </a:spcAft>
                        <a:buNone/>
                      </a:pPr>
                      <a:r>
                        <a:rPr lang="en-US" u="sng">
                          <a:solidFill>
                            <a:schemeClr val="hlink"/>
                          </a:solidFill>
                          <a:hlinkClick r:id="rId5"/>
                        </a:rPr>
                        <a:t>INV-9</a:t>
                      </a:r>
                      <a:endParaRPr/>
                    </a:p>
                  </a:txBody>
                  <a:tcPr marT="91425" marB="91425" marR="91425" marL="91425"/>
                </a:tc>
                <a:tc>
                  <a:txBody>
                    <a:bodyPr/>
                    <a:lstStyle/>
                    <a:p>
                      <a:pPr indent="0" lvl="0" marL="0" rtl="0" algn="l">
                        <a:spcBef>
                          <a:spcPts val="0"/>
                        </a:spcBef>
                        <a:spcAft>
                          <a:spcPts val="0"/>
                        </a:spcAft>
                        <a:buNone/>
                      </a:pPr>
                      <a:r>
                        <a:rPr lang="en-US"/>
                        <a:t>View All Products</a:t>
                      </a:r>
                      <a:endParaRPr/>
                    </a:p>
                  </a:txBody>
                  <a:tcPr marT="91425" marB="91425" marR="91425" marL="91425"/>
                </a:tc>
                <a:tc>
                  <a:txBody>
                    <a:bodyPr/>
                    <a:lstStyle/>
                    <a:p>
                      <a:pPr indent="0" lvl="0" marL="0" rtl="0" algn="l">
                        <a:spcBef>
                          <a:spcPts val="0"/>
                        </a:spcBef>
                        <a:spcAft>
                          <a:spcPts val="0"/>
                        </a:spcAft>
                        <a:buNone/>
                      </a:pPr>
                      <a:r>
                        <a:rPr lang="en-US"/>
                        <a:t>UC-008</a:t>
                      </a:r>
                      <a:endParaRPr/>
                    </a:p>
                  </a:txBody>
                  <a:tcPr marT="91425" marB="91425" marR="91425" marL="91425"/>
                </a:tc>
                <a:tc>
                  <a:txBody>
                    <a:bodyPr/>
                    <a:lstStyle/>
                    <a:p>
                      <a:pPr indent="0" lvl="0" marL="0" rtl="0" algn="l">
                        <a:spcBef>
                          <a:spcPts val="0"/>
                        </a:spcBef>
                        <a:spcAft>
                          <a:spcPts val="0"/>
                        </a:spcAft>
                        <a:buNone/>
                      </a:pPr>
                      <a:r>
                        <a:rPr lang="en-US"/>
                        <a:t>TC-PM-04/11/12</a:t>
                      </a:r>
                      <a:endParaRPr/>
                    </a:p>
                  </a:txBody>
                  <a:tcPr marT="91425" marB="91425" marR="91425" marL="91425"/>
                </a:tc>
                <a:tc>
                  <a:txBody>
                    <a:bodyPr/>
                    <a:lstStyle/>
                    <a:p>
                      <a:pPr indent="0" lvl="0" marL="0" rtl="0" algn="l">
                        <a:spcBef>
                          <a:spcPts val="0"/>
                        </a:spcBef>
                        <a:spcAft>
                          <a:spcPts val="0"/>
                        </a:spcAft>
                        <a:buNone/>
                      </a:pPr>
                      <a:r>
                        <a:rPr lang="en-US" u="sng">
                          <a:solidFill>
                            <a:schemeClr val="hlink"/>
                          </a:solidFill>
                          <a:hlinkClick r:id="rId6"/>
                        </a:rPr>
                        <a:t>8a60507</a:t>
                      </a:r>
                      <a:endParaRPr/>
                    </a:p>
                  </a:txBody>
                  <a:tcPr marT="91425" marB="91425" marR="91425" marL="91425"/>
                </a:tc>
              </a:tr>
              <a:tr h="282700">
                <a:tc>
                  <a:txBody>
                    <a:bodyPr/>
                    <a:lstStyle/>
                    <a:p>
                      <a:pPr indent="0" lvl="0" marL="0" rtl="0" algn="l">
                        <a:spcBef>
                          <a:spcPts val="0"/>
                        </a:spcBef>
                        <a:spcAft>
                          <a:spcPts val="0"/>
                        </a:spcAft>
                        <a:buNone/>
                      </a:pPr>
                      <a:r>
                        <a:rPr lang="en-US"/>
                        <a:t>INV-10</a:t>
                      </a:r>
                      <a:endParaRPr/>
                    </a:p>
                  </a:txBody>
                  <a:tcPr marT="91425" marB="91425" marR="91425" marL="91425"/>
                </a:tc>
                <a:tc>
                  <a:txBody>
                    <a:bodyPr/>
                    <a:lstStyle/>
                    <a:p>
                      <a:pPr indent="0" lvl="0" marL="0" rtl="0" algn="l">
                        <a:spcBef>
                          <a:spcPts val="0"/>
                        </a:spcBef>
                        <a:spcAft>
                          <a:spcPts val="0"/>
                        </a:spcAft>
                        <a:buNone/>
                      </a:pPr>
                      <a:r>
                        <a:rPr lang="en-US"/>
                        <a:t>Search Product</a:t>
                      </a:r>
                      <a:endParaRPr/>
                    </a:p>
                  </a:txBody>
                  <a:tcPr marT="91425" marB="91425" marR="91425" marL="91425"/>
                </a:tc>
                <a:tc>
                  <a:txBody>
                    <a:bodyPr/>
                    <a:lstStyle/>
                    <a:p>
                      <a:pPr indent="0" lvl="0" marL="0" rtl="0" algn="l">
                        <a:spcBef>
                          <a:spcPts val="0"/>
                        </a:spcBef>
                        <a:spcAft>
                          <a:spcPts val="0"/>
                        </a:spcAft>
                        <a:buNone/>
                      </a:pPr>
                      <a:r>
                        <a:rPr lang="en-US"/>
                        <a:t>UC-008</a:t>
                      </a:r>
                      <a:endParaRPr/>
                    </a:p>
                  </a:txBody>
                  <a:tcPr marT="91425" marB="91425" marR="91425" marL="91425"/>
                </a:tc>
                <a:tc>
                  <a:txBody>
                    <a:bodyPr/>
                    <a:lstStyle/>
                    <a:p>
                      <a:pPr indent="0" lvl="0" marL="0" rtl="0" algn="l">
                        <a:spcBef>
                          <a:spcPts val="0"/>
                        </a:spcBef>
                        <a:spcAft>
                          <a:spcPts val="0"/>
                        </a:spcAft>
                        <a:buNone/>
                      </a:pPr>
                      <a:r>
                        <a:rPr lang="en-US"/>
                        <a:t>TC-PM-05/06</a:t>
                      </a:r>
                      <a:endParaRPr/>
                    </a:p>
                  </a:txBody>
                  <a:tcPr marT="91425" marB="91425" marR="91425" marL="91425"/>
                </a:tc>
                <a:tc>
                  <a:txBody>
                    <a:bodyPr/>
                    <a:lstStyle/>
                    <a:p>
                      <a:pPr indent="0" lvl="0" marL="0" rtl="0" algn="l">
                        <a:spcBef>
                          <a:spcPts val="0"/>
                        </a:spcBef>
                        <a:spcAft>
                          <a:spcPts val="0"/>
                        </a:spcAft>
                        <a:buNone/>
                      </a:pPr>
                      <a:r>
                        <a:rPr lang="en-US"/>
                        <a:t>0b8ea8e</a:t>
                      </a:r>
                      <a:endParaRPr/>
                    </a:p>
                  </a:txBody>
                  <a:tcPr marT="91425" marB="91425" marR="91425" marL="91425"/>
                </a:tc>
              </a:tr>
              <a:tr h="282700">
                <a:tc>
                  <a:txBody>
                    <a:bodyPr/>
                    <a:lstStyle/>
                    <a:p>
                      <a:pPr indent="0" lvl="0" marL="0" rtl="0" algn="l">
                        <a:spcBef>
                          <a:spcPts val="0"/>
                        </a:spcBef>
                        <a:spcAft>
                          <a:spcPts val="0"/>
                        </a:spcAft>
                        <a:buNone/>
                      </a:pPr>
                      <a:r>
                        <a:rPr lang="en-US"/>
                        <a:t>INV-13</a:t>
                      </a:r>
                      <a:endParaRPr/>
                    </a:p>
                  </a:txBody>
                  <a:tcPr marT="91425" marB="91425" marR="91425" marL="91425"/>
                </a:tc>
                <a:tc>
                  <a:txBody>
                    <a:bodyPr/>
                    <a:lstStyle/>
                    <a:p>
                      <a:pPr indent="0" lvl="0" marL="0" rtl="0" algn="l">
                        <a:spcBef>
                          <a:spcPts val="0"/>
                        </a:spcBef>
                        <a:spcAft>
                          <a:spcPts val="0"/>
                        </a:spcAft>
                        <a:buNone/>
                      </a:pPr>
                      <a:r>
                        <a:rPr lang="en-US"/>
                        <a:t>Create Sales Order</a:t>
                      </a:r>
                      <a:endParaRPr/>
                    </a:p>
                  </a:txBody>
                  <a:tcPr marT="91425" marB="91425" marR="91425" marL="91425"/>
                </a:tc>
                <a:tc>
                  <a:txBody>
                    <a:bodyPr/>
                    <a:lstStyle/>
                    <a:p>
                      <a:pPr indent="0" lvl="0" marL="0" rtl="0" algn="l">
                        <a:spcBef>
                          <a:spcPts val="0"/>
                        </a:spcBef>
                        <a:spcAft>
                          <a:spcPts val="0"/>
                        </a:spcAft>
                        <a:buNone/>
                      </a:pPr>
                      <a:r>
                        <a:rPr lang="en-US"/>
                        <a:t>UC-012</a:t>
                      </a:r>
                      <a:endParaRPr/>
                    </a:p>
                  </a:txBody>
                  <a:tcPr marT="91425" marB="91425" marR="91425" marL="91425"/>
                </a:tc>
                <a:tc>
                  <a:txBody>
                    <a:bodyPr/>
                    <a:lstStyle/>
                    <a:p>
                      <a:pPr indent="0" lvl="0" marL="0" rtl="0" algn="l">
                        <a:spcBef>
                          <a:spcPts val="0"/>
                        </a:spcBef>
                        <a:spcAft>
                          <a:spcPts val="0"/>
                        </a:spcAft>
                        <a:buNone/>
                      </a:pPr>
                      <a:r>
                        <a:rPr lang="en-US"/>
                        <a:t>TC-OP-01/03/04</a:t>
                      </a:r>
                      <a:endParaRPr/>
                    </a:p>
                  </a:txBody>
                  <a:tcPr marT="91425" marB="91425" marR="91425" marL="91425"/>
                </a:tc>
                <a:tc>
                  <a:txBody>
                    <a:bodyPr/>
                    <a:lstStyle/>
                    <a:p>
                      <a:pPr indent="0" lvl="0" marL="0" rtl="0" algn="l">
                        <a:spcBef>
                          <a:spcPts val="0"/>
                        </a:spcBef>
                        <a:spcAft>
                          <a:spcPts val="0"/>
                        </a:spcAft>
                        <a:buNone/>
                      </a:pPr>
                      <a:r>
                        <a:rPr lang="en-US"/>
                        <a:t>2af2b7f</a:t>
                      </a:r>
                      <a:endParaRPr/>
                    </a:p>
                  </a:txBody>
                  <a:tcPr marT="91425" marB="91425" marR="91425" marL="91425"/>
                </a:tc>
              </a:tr>
              <a:tr h="282700">
                <a:tc>
                  <a:txBody>
                    <a:bodyPr/>
                    <a:lstStyle/>
                    <a:p>
                      <a:pPr indent="0" lvl="0" marL="0" rtl="0" algn="l">
                        <a:spcBef>
                          <a:spcPts val="0"/>
                        </a:spcBef>
                        <a:spcAft>
                          <a:spcPts val="0"/>
                        </a:spcAft>
                        <a:buNone/>
                      </a:pPr>
                      <a:r>
                        <a:rPr lang="en-US"/>
                        <a:t>INV-18</a:t>
                      </a:r>
                      <a:endParaRPr/>
                    </a:p>
                  </a:txBody>
                  <a:tcPr marT="91425" marB="91425" marR="91425" marL="91425"/>
                </a:tc>
                <a:tc>
                  <a:txBody>
                    <a:bodyPr/>
                    <a:lstStyle/>
                    <a:p>
                      <a:pPr indent="0" lvl="0" marL="0" rtl="0" algn="l">
                        <a:spcBef>
                          <a:spcPts val="0"/>
                        </a:spcBef>
                        <a:spcAft>
                          <a:spcPts val="0"/>
                        </a:spcAft>
                        <a:buNone/>
                      </a:pPr>
                      <a:r>
                        <a:rPr lang="en-US"/>
                        <a:t>Update After Purch</a:t>
                      </a:r>
                      <a:endParaRPr/>
                    </a:p>
                  </a:txBody>
                  <a:tcPr marT="91425" marB="91425" marR="91425" marL="91425"/>
                </a:tc>
                <a:tc>
                  <a:txBody>
                    <a:bodyPr/>
                    <a:lstStyle/>
                    <a:p>
                      <a:pPr indent="0" lvl="0" marL="0" rtl="0" algn="l">
                        <a:spcBef>
                          <a:spcPts val="0"/>
                        </a:spcBef>
                        <a:spcAft>
                          <a:spcPts val="0"/>
                        </a:spcAft>
                        <a:buNone/>
                      </a:pPr>
                      <a:r>
                        <a:rPr lang="en-US"/>
                        <a:t>UC-016</a:t>
                      </a:r>
                      <a:endParaRPr/>
                    </a:p>
                  </a:txBody>
                  <a:tcPr marT="91425" marB="91425" marR="91425" marL="91425"/>
                </a:tc>
                <a:tc>
                  <a:txBody>
                    <a:bodyPr/>
                    <a:lstStyle/>
                    <a:p>
                      <a:pPr indent="0" lvl="0" marL="0" rtl="0" algn="l">
                        <a:spcBef>
                          <a:spcPts val="0"/>
                        </a:spcBef>
                        <a:spcAft>
                          <a:spcPts val="0"/>
                        </a:spcAft>
                        <a:buNone/>
                      </a:pPr>
                      <a:r>
                        <a:rPr lang="en-US"/>
                        <a:t>TC-OP-06/07/09</a:t>
                      </a:r>
                      <a:endParaRPr/>
                    </a:p>
                  </a:txBody>
                  <a:tcPr marT="91425" marB="91425" marR="91425" marL="91425"/>
                </a:tc>
                <a:tc>
                  <a:txBody>
                    <a:bodyPr/>
                    <a:lstStyle/>
                    <a:p>
                      <a:pPr indent="0" lvl="0" marL="0" rtl="0" algn="l">
                        <a:spcBef>
                          <a:spcPts val="0"/>
                        </a:spcBef>
                        <a:spcAft>
                          <a:spcPts val="0"/>
                        </a:spcAft>
                        <a:buNone/>
                      </a:pPr>
                      <a:r>
                        <a:rPr lang="en-US"/>
                        <a:t>f47b0aa</a:t>
                      </a:r>
                      <a:endParaRPr/>
                    </a:p>
                  </a:txBody>
                  <a:tcPr marT="91425" marB="91425" marR="91425" marL="91425"/>
                </a:tc>
              </a:tr>
              <a:tr h="282700">
                <a:tc>
                  <a:txBody>
                    <a:bodyPr/>
                    <a:lstStyle/>
                    <a:p>
                      <a:pPr indent="0" lvl="0" marL="0" rtl="0" algn="l">
                        <a:spcBef>
                          <a:spcPts val="0"/>
                        </a:spcBef>
                        <a:spcAft>
                          <a:spcPts val="0"/>
                        </a:spcAft>
                        <a:buNone/>
                      </a:pPr>
                      <a:r>
                        <a:rPr lang="en-US"/>
                        <a:t>INV-17</a:t>
                      </a:r>
                      <a:endParaRPr/>
                    </a:p>
                  </a:txBody>
                  <a:tcPr marT="91425" marB="91425" marR="91425" marL="91425"/>
                </a:tc>
                <a:tc>
                  <a:txBody>
                    <a:bodyPr/>
                    <a:lstStyle/>
                    <a:p>
                      <a:pPr indent="0" lvl="0" marL="0" rtl="0" algn="l">
                        <a:spcBef>
                          <a:spcPts val="0"/>
                        </a:spcBef>
                        <a:spcAft>
                          <a:spcPts val="0"/>
                        </a:spcAft>
                        <a:buNone/>
                      </a:pPr>
                      <a:r>
                        <a:rPr lang="en-US"/>
                        <a:t>Record Purchase</a:t>
                      </a:r>
                      <a:endParaRPr/>
                    </a:p>
                  </a:txBody>
                  <a:tcPr marT="91425" marB="91425" marR="91425" marL="91425"/>
                </a:tc>
                <a:tc>
                  <a:txBody>
                    <a:bodyPr/>
                    <a:lstStyle/>
                    <a:p>
                      <a:pPr indent="0" lvl="0" marL="0" rtl="0" algn="l">
                        <a:spcBef>
                          <a:spcPts val="0"/>
                        </a:spcBef>
                        <a:spcAft>
                          <a:spcPts val="0"/>
                        </a:spcAft>
                        <a:buNone/>
                      </a:pPr>
                      <a:r>
                        <a:rPr lang="en-US"/>
                        <a:t>UC-016</a:t>
                      </a:r>
                      <a:endParaRPr/>
                    </a:p>
                  </a:txBody>
                  <a:tcPr marT="91425" marB="91425" marR="91425" marL="91425"/>
                </a:tc>
                <a:tc>
                  <a:txBody>
                    <a:bodyPr/>
                    <a:lstStyle/>
                    <a:p>
                      <a:pPr indent="0" lvl="0" marL="0" rtl="0" algn="l">
                        <a:spcBef>
                          <a:spcPts val="0"/>
                        </a:spcBef>
                        <a:spcAft>
                          <a:spcPts val="0"/>
                        </a:spcAft>
                        <a:buNone/>
                      </a:pPr>
                      <a:r>
                        <a:rPr lang="en-US"/>
                        <a:t>TC-OP-06/09</a:t>
                      </a:r>
                      <a:endParaRPr/>
                    </a:p>
                  </a:txBody>
                  <a:tcPr marT="91425" marB="91425" marR="91425" marL="91425"/>
                </a:tc>
                <a:tc>
                  <a:txBody>
                    <a:bodyPr/>
                    <a:lstStyle/>
                    <a:p>
                      <a:pPr indent="0" lvl="0" marL="0" rtl="0" algn="l">
                        <a:spcBef>
                          <a:spcPts val="0"/>
                        </a:spcBef>
                        <a:spcAft>
                          <a:spcPts val="0"/>
                        </a:spcAft>
                        <a:buNone/>
                      </a:pPr>
                      <a:r>
                        <a:rPr lang="en-US"/>
                        <a:t>39c41b9</a:t>
                      </a:r>
                      <a:endParaRPr/>
                    </a:p>
                  </a:txBody>
                  <a:tcPr marT="91425" marB="91425" marR="91425" marL="91425"/>
                </a:tc>
              </a:tr>
              <a:tr h="282700">
                <a:tc>
                  <a:txBody>
                    <a:bodyPr/>
                    <a:lstStyle/>
                    <a:p>
                      <a:pPr indent="0" lvl="0" marL="0" rtl="0" algn="l">
                        <a:spcBef>
                          <a:spcPts val="0"/>
                        </a:spcBef>
                        <a:spcAft>
                          <a:spcPts val="0"/>
                        </a:spcAft>
                        <a:buNone/>
                      </a:pPr>
                      <a:r>
                        <a:rPr lang="en-US"/>
                        <a:t>INV-24</a:t>
                      </a:r>
                      <a:endParaRPr/>
                    </a:p>
                  </a:txBody>
                  <a:tcPr marT="91425" marB="91425" marR="91425" marL="91425"/>
                </a:tc>
                <a:tc>
                  <a:txBody>
                    <a:bodyPr/>
                    <a:lstStyle/>
                    <a:p>
                      <a:pPr indent="0" lvl="0" marL="0" rtl="0" algn="l">
                        <a:spcBef>
                          <a:spcPts val="0"/>
                        </a:spcBef>
                        <a:spcAft>
                          <a:spcPts val="0"/>
                        </a:spcAft>
                        <a:buNone/>
                      </a:pPr>
                      <a:r>
                        <a:rPr lang="en-US"/>
                        <a:t>Edit Product</a:t>
                      </a:r>
                      <a:endParaRPr/>
                    </a:p>
                  </a:txBody>
                  <a:tcPr marT="91425" marB="91425" marR="91425" marL="91425"/>
                </a:tc>
                <a:tc>
                  <a:txBody>
                    <a:bodyPr/>
                    <a:lstStyle/>
                    <a:p>
                      <a:pPr indent="0" lvl="0" marL="0" rtl="0" algn="l">
                        <a:spcBef>
                          <a:spcPts val="0"/>
                        </a:spcBef>
                        <a:spcAft>
                          <a:spcPts val="0"/>
                        </a:spcAft>
                        <a:buNone/>
                      </a:pPr>
                      <a:r>
                        <a:rPr lang="en-US"/>
                        <a:t>UC-022</a:t>
                      </a:r>
                      <a:endParaRPr/>
                    </a:p>
                  </a:txBody>
                  <a:tcPr marT="91425" marB="91425" marR="91425" marL="91425"/>
                </a:tc>
                <a:tc>
                  <a:txBody>
                    <a:bodyPr/>
                    <a:lstStyle/>
                    <a:p>
                      <a:pPr indent="0" lvl="0" marL="0" rtl="0" algn="l">
                        <a:spcBef>
                          <a:spcPts val="0"/>
                        </a:spcBef>
                        <a:spcAft>
                          <a:spcPts val="0"/>
                        </a:spcAft>
                        <a:buNone/>
                      </a:pPr>
                      <a:r>
                        <a:rPr lang="en-US"/>
                        <a:t>TC-PM-07/08</a:t>
                      </a:r>
                      <a:endParaRPr/>
                    </a:p>
                  </a:txBody>
                  <a:tcPr marT="91425" marB="91425" marR="91425" marL="91425"/>
                </a:tc>
                <a:tc>
                  <a:txBody>
                    <a:bodyPr/>
                    <a:lstStyle/>
                    <a:p>
                      <a:pPr indent="0" lvl="0" marL="0" rtl="0" algn="l">
                        <a:spcBef>
                          <a:spcPts val="0"/>
                        </a:spcBef>
                        <a:spcAft>
                          <a:spcPts val="0"/>
                        </a:spcAft>
                        <a:buNone/>
                      </a:pPr>
                      <a:r>
                        <a:rPr lang="en-US"/>
                        <a:t>17fd09c</a:t>
                      </a:r>
                      <a:endParaRPr/>
                    </a:p>
                  </a:txBody>
                  <a:tcPr marT="91425" marB="91425" marR="91425" marL="91425"/>
                </a:tc>
              </a:tr>
              <a:tr h="434925">
                <a:tc>
                  <a:txBody>
                    <a:bodyPr/>
                    <a:lstStyle/>
                    <a:p>
                      <a:pPr indent="0" lvl="0" marL="0" rtl="0" algn="l">
                        <a:spcBef>
                          <a:spcPts val="0"/>
                        </a:spcBef>
                        <a:spcAft>
                          <a:spcPts val="0"/>
                        </a:spcAft>
                        <a:buNone/>
                      </a:pPr>
                      <a:r>
                        <a:rPr lang="en-US"/>
                        <a:t>INV-23</a:t>
                      </a:r>
                      <a:endParaRPr/>
                    </a:p>
                  </a:txBody>
                  <a:tcPr marT="91425" marB="91425" marR="91425" marL="91425"/>
                </a:tc>
                <a:tc>
                  <a:txBody>
                    <a:bodyPr/>
                    <a:lstStyle/>
                    <a:p>
                      <a:pPr indent="0" lvl="0" marL="0" rtl="0" algn="l">
                        <a:spcBef>
                          <a:spcPts val="0"/>
                        </a:spcBef>
                        <a:spcAft>
                          <a:spcPts val="0"/>
                        </a:spcAft>
                        <a:buNone/>
                      </a:pPr>
                      <a:r>
                        <a:rPr lang="en-US"/>
                        <a:t>Update Stock Qty</a:t>
                      </a:r>
                      <a:endParaRPr/>
                    </a:p>
                  </a:txBody>
                  <a:tcPr marT="91425" marB="91425" marR="91425" marL="91425"/>
                </a:tc>
                <a:tc>
                  <a:txBody>
                    <a:bodyPr/>
                    <a:lstStyle/>
                    <a:p>
                      <a:pPr indent="0" lvl="0" marL="0" rtl="0" algn="l">
                        <a:spcBef>
                          <a:spcPts val="0"/>
                        </a:spcBef>
                        <a:spcAft>
                          <a:spcPts val="0"/>
                        </a:spcAft>
                        <a:buNone/>
                      </a:pPr>
                      <a:r>
                        <a:rPr lang="en-US"/>
                        <a:t>UC-022</a:t>
                      </a:r>
                      <a:endParaRPr/>
                    </a:p>
                  </a:txBody>
                  <a:tcPr marT="91425" marB="91425" marR="91425" marL="91425"/>
                </a:tc>
                <a:tc>
                  <a:txBody>
                    <a:bodyPr/>
                    <a:lstStyle/>
                    <a:p>
                      <a:pPr indent="0" lvl="0" marL="0" rtl="0" algn="l">
                        <a:spcBef>
                          <a:spcPts val="0"/>
                        </a:spcBef>
                        <a:spcAft>
                          <a:spcPts val="0"/>
                        </a:spcAft>
                        <a:buNone/>
                      </a:pPr>
                      <a:r>
                        <a:rPr lang="en-US"/>
                        <a:t>TC-OP-01, TC-PM-08</a:t>
                      </a:r>
                      <a:endParaRPr/>
                    </a:p>
                  </a:txBody>
                  <a:tcPr marT="91425" marB="91425" marR="91425" marL="91425"/>
                </a:tc>
                <a:tc>
                  <a:txBody>
                    <a:bodyPr/>
                    <a:lstStyle/>
                    <a:p>
                      <a:pPr indent="0" lvl="0" marL="0" rtl="0" algn="l">
                        <a:spcBef>
                          <a:spcPts val="0"/>
                        </a:spcBef>
                        <a:spcAft>
                          <a:spcPts val="0"/>
                        </a:spcAft>
                        <a:buNone/>
                      </a:pPr>
                      <a:r>
                        <a:rPr lang="en-US"/>
                        <a:t>85e2697</a:t>
                      </a:r>
                      <a:endParaRPr/>
                    </a:p>
                  </a:txBody>
                  <a:tcPr marT="91425" marB="91425" marR="91425" marL="91425"/>
                </a:tc>
              </a:tr>
              <a:tr h="282700">
                <a:tc>
                  <a:txBody>
                    <a:bodyPr/>
                    <a:lstStyle/>
                    <a:p>
                      <a:pPr indent="0" lvl="0" marL="0" rtl="0" algn="l">
                        <a:spcBef>
                          <a:spcPts val="0"/>
                        </a:spcBef>
                        <a:spcAft>
                          <a:spcPts val="0"/>
                        </a:spcAft>
                        <a:buNone/>
                      </a:pPr>
                      <a:r>
                        <a:rPr lang="en-US"/>
                        <a:t>INV-29</a:t>
                      </a:r>
                      <a:endParaRPr/>
                    </a:p>
                  </a:txBody>
                  <a:tcPr marT="91425" marB="91425" marR="91425" marL="91425"/>
                </a:tc>
                <a:tc>
                  <a:txBody>
                    <a:bodyPr/>
                    <a:lstStyle/>
                    <a:p>
                      <a:pPr indent="0" lvl="0" marL="0" rtl="0" algn="l">
                        <a:spcBef>
                          <a:spcPts val="0"/>
                        </a:spcBef>
                        <a:spcAft>
                          <a:spcPts val="0"/>
                        </a:spcAft>
                        <a:buNone/>
                      </a:pPr>
                      <a:r>
                        <a:rPr lang="en-US"/>
                        <a:t>View Supplier</a:t>
                      </a:r>
                      <a:endParaRPr/>
                    </a:p>
                  </a:txBody>
                  <a:tcPr marT="91425" marB="91425" marR="91425" marL="91425"/>
                </a:tc>
                <a:tc>
                  <a:txBody>
                    <a:bodyPr/>
                    <a:lstStyle/>
                    <a:p>
                      <a:pPr indent="0" lvl="0" marL="0" rtl="0" algn="l">
                        <a:spcBef>
                          <a:spcPts val="0"/>
                        </a:spcBef>
                        <a:spcAft>
                          <a:spcPts val="0"/>
                        </a:spcAft>
                        <a:buNone/>
                      </a:pPr>
                      <a:r>
                        <a:rPr lang="en-US"/>
                        <a:t>UC-027</a:t>
                      </a:r>
                      <a:endParaRPr/>
                    </a:p>
                  </a:txBody>
                  <a:tcPr marT="91425" marB="91425" marR="91425" marL="91425"/>
                </a:tc>
                <a:tc>
                  <a:txBody>
                    <a:bodyPr/>
                    <a:lstStyle/>
                    <a:p>
                      <a:pPr indent="0" lvl="0" marL="0" rtl="0" algn="l">
                        <a:spcBef>
                          <a:spcPts val="0"/>
                        </a:spcBef>
                        <a:spcAft>
                          <a:spcPts val="0"/>
                        </a:spcAft>
                        <a:buNone/>
                      </a:pPr>
                      <a:r>
                        <a:rPr lang="en-US"/>
                        <a:t>TC-SM-03/04</a:t>
                      </a:r>
                      <a:endParaRPr/>
                    </a:p>
                  </a:txBody>
                  <a:tcPr marT="91425" marB="91425" marR="91425" marL="91425"/>
                </a:tc>
                <a:tc>
                  <a:txBody>
                    <a:bodyPr/>
                    <a:lstStyle/>
                    <a:p>
                      <a:pPr indent="0" lvl="0" marL="0" rtl="0" algn="l">
                        <a:spcBef>
                          <a:spcPts val="0"/>
                        </a:spcBef>
                        <a:spcAft>
                          <a:spcPts val="0"/>
                        </a:spcAft>
                        <a:buNone/>
                      </a:pPr>
                      <a:r>
                        <a:rPr lang="en-US"/>
                        <a:t>5f2ef3f</a:t>
                      </a:r>
                      <a:endParaRPr/>
                    </a:p>
                  </a:txBody>
                  <a:tcPr marT="91425" marB="91425" marR="91425" marL="91425"/>
                </a:tc>
              </a:tr>
              <a:tr h="282700">
                <a:tc>
                  <a:txBody>
                    <a:bodyPr/>
                    <a:lstStyle/>
                    <a:p>
                      <a:pPr indent="0" lvl="0" marL="0" rtl="0" algn="l">
                        <a:spcBef>
                          <a:spcPts val="0"/>
                        </a:spcBef>
                        <a:spcAft>
                          <a:spcPts val="0"/>
                        </a:spcAft>
                        <a:buNone/>
                      </a:pPr>
                      <a:r>
                        <a:rPr lang="en-US"/>
                        <a:t>INV-28</a:t>
                      </a:r>
                      <a:endParaRPr/>
                    </a:p>
                  </a:txBody>
                  <a:tcPr marT="91425" marB="91425" marR="91425" marL="91425"/>
                </a:tc>
                <a:tc>
                  <a:txBody>
                    <a:bodyPr/>
                    <a:lstStyle/>
                    <a:p>
                      <a:pPr indent="0" lvl="0" marL="0" rtl="0" algn="l">
                        <a:spcBef>
                          <a:spcPts val="0"/>
                        </a:spcBef>
                        <a:spcAft>
                          <a:spcPts val="0"/>
                        </a:spcAft>
                        <a:buNone/>
                      </a:pPr>
                      <a:r>
                        <a:rPr lang="en-US"/>
                        <a:t>Add Supplier</a:t>
                      </a:r>
                      <a:endParaRPr/>
                    </a:p>
                  </a:txBody>
                  <a:tcPr marT="91425" marB="91425" marR="91425" marL="91425"/>
                </a:tc>
                <a:tc>
                  <a:txBody>
                    <a:bodyPr/>
                    <a:lstStyle/>
                    <a:p>
                      <a:pPr indent="0" lvl="0" marL="0" rtl="0" algn="l">
                        <a:spcBef>
                          <a:spcPts val="0"/>
                        </a:spcBef>
                        <a:spcAft>
                          <a:spcPts val="0"/>
                        </a:spcAft>
                        <a:buNone/>
                      </a:pPr>
                      <a:r>
                        <a:rPr lang="en-US"/>
                        <a:t>UC-027</a:t>
                      </a:r>
                      <a:endParaRPr/>
                    </a:p>
                  </a:txBody>
                  <a:tcPr marT="91425" marB="91425" marR="91425" marL="91425"/>
                </a:tc>
                <a:tc>
                  <a:txBody>
                    <a:bodyPr/>
                    <a:lstStyle/>
                    <a:p>
                      <a:pPr indent="0" lvl="0" marL="0" rtl="0" algn="l">
                        <a:spcBef>
                          <a:spcPts val="0"/>
                        </a:spcBef>
                        <a:spcAft>
                          <a:spcPts val="0"/>
                        </a:spcAft>
                        <a:buNone/>
                      </a:pPr>
                      <a:r>
                        <a:rPr lang="en-US"/>
                        <a:t>TC-SM-01/02</a:t>
                      </a:r>
                      <a:endParaRPr/>
                    </a:p>
                  </a:txBody>
                  <a:tcPr marT="91425" marB="91425" marR="91425" marL="91425"/>
                </a:tc>
                <a:tc>
                  <a:txBody>
                    <a:bodyPr/>
                    <a:lstStyle/>
                    <a:p>
                      <a:pPr indent="0" lvl="0" marL="0" rtl="0" algn="l">
                        <a:spcBef>
                          <a:spcPts val="0"/>
                        </a:spcBef>
                        <a:spcAft>
                          <a:spcPts val="0"/>
                        </a:spcAft>
                        <a:buNone/>
                      </a:pPr>
                      <a:r>
                        <a:rPr lang="en-US"/>
                        <a:t>4ff4af5</a:t>
                      </a:r>
                      <a:endParaRPr/>
                    </a:p>
                  </a:txBody>
                  <a:tcPr marT="91425" marB="91425" marR="91425" marL="91425"/>
                </a:tc>
              </a:tr>
              <a:tr h="282700">
                <a:tc>
                  <a:txBody>
                    <a:bodyPr/>
                    <a:lstStyle/>
                    <a:p>
                      <a:pPr indent="0" lvl="0" marL="0" rtl="0" algn="l">
                        <a:spcBef>
                          <a:spcPts val="0"/>
                        </a:spcBef>
                        <a:spcAft>
                          <a:spcPts val="0"/>
                        </a:spcAft>
                        <a:buNone/>
                      </a:pPr>
                      <a:r>
                        <a:rPr lang="en-US"/>
                        <a:t>INV-32</a:t>
                      </a:r>
                      <a:endParaRPr/>
                    </a:p>
                  </a:txBody>
                  <a:tcPr marT="91425" marB="91425" marR="91425" marL="91425"/>
                </a:tc>
                <a:tc>
                  <a:txBody>
                    <a:bodyPr/>
                    <a:lstStyle/>
                    <a:p>
                      <a:pPr indent="0" lvl="0" marL="0" rtl="0" algn="l">
                        <a:spcBef>
                          <a:spcPts val="0"/>
                        </a:spcBef>
                        <a:spcAft>
                          <a:spcPts val="0"/>
                        </a:spcAft>
                        <a:buNone/>
                      </a:pPr>
                      <a:r>
                        <a:rPr lang="en-US"/>
                        <a:t>Generate Report</a:t>
                      </a:r>
                      <a:endParaRPr/>
                    </a:p>
                  </a:txBody>
                  <a:tcPr marT="91425" marB="91425" marR="91425" marL="91425"/>
                </a:tc>
                <a:tc>
                  <a:txBody>
                    <a:bodyPr/>
                    <a:lstStyle/>
                    <a:p>
                      <a:pPr indent="0" lvl="0" marL="0" rtl="0" algn="l">
                        <a:spcBef>
                          <a:spcPts val="0"/>
                        </a:spcBef>
                        <a:spcAft>
                          <a:spcPts val="0"/>
                        </a:spcAft>
                        <a:buNone/>
                      </a:pPr>
                      <a:r>
                        <a:rPr lang="en-US"/>
                        <a:t>UC-031</a:t>
                      </a:r>
                      <a:endParaRPr/>
                    </a:p>
                  </a:txBody>
                  <a:tcPr marT="91425" marB="91425" marR="91425" marL="91425"/>
                </a:tc>
                <a:tc>
                  <a:txBody>
                    <a:bodyPr/>
                    <a:lstStyle/>
                    <a:p>
                      <a:pPr indent="0" lvl="0" marL="0" rtl="0" algn="l">
                        <a:spcBef>
                          <a:spcPts val="0"/>
                        </a:spcBef>
                        <a:spcAft>
                          <a:spcPts val="0"/>
                        </a:spcAft>
                        <a:buNone/>
                      </a:pPr>
                      <a:r>
                        <a:rPr lang="en-US"/>
                        <a:t>TC-INT-01/03/05</a:t>
                      </a:r>
                      <a:endParaRPr/>
                    </a:p>
                  </a:txBody>
                  <a:tcPr marT="91425" marB="91425" marR="91425" marL="91425"/>
                </a:tc>
                <a:tc>
                  <a:txBody>
                    <a:bodyPr/>
                    <a:lstStyle/>
                    <a:p>
                      <a:pPr indent="0" lvl="0" marL="0" rtl="0" algn="l">
                        <a:spcBef>
                          <a:spcPts val="0"/>
                        </a:spcBef>
                        <a:spcAft>
                          <a:spcPts val="0"/>
                        </a:spcAft>
                        <a:buNone/>
                      </a:pPr>
                      <a:r>
                        <a:rPr lang="en-US"/>
                        <a:t>6be4125</a:t>
                      </a:r>
                      <a:endParaRPr/>
                    </a:p>
                  </a:txBody>
                  <a:tcPr marT="91425" marB="91425" marR="91425" marL="91425"/>
                </a:tc>
              </a:tr>
            </a:tbl>
          </a:graphicData>
        </a:graphic>
      </p:graphicFrame>
      <p:sp>
        <p:nvSpPr>
          <p:cNvPr id="231" name="Google Shape;231;p26"/>
          <p:cNvSpPr txBox="1"/>
          <p:nvPr/>
        </p:nvSpPr>
        <p:spPr>
          <a:xfrm>
            <a:off x="2964600" y="217252"/>
            <a:ext cx="77724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2400"/>
              <a:buFont typeface="Trebuchet MS"/>
              <a:buNone/>
            </a:pPr>
            <a:r>
              <a:rPr b="1" lang="en-US" sz="1800">
                <a:solidFill>
                  <a:schemeClr val="dk1"/>
                </a:solidFill>
                <a:latin typeface="Calibri"/>
                <a:ea typeface="Calibri"/>
                <a:cs typeface="Calibri"/>
                <a:sym typeface="Calibri"/>
              </a:rPr>
              <a:t>REQUIREMENTS TRACEABILITY MATRIX SAMPLE </a:t>
            </a:r>
            <a:endParaRPr b="1" i="0" sz="1800" u="none" cap="none" strike="noStrike">
              <a:solidFill>
                <a:schemeClr val="dk1"/>
              </a:solidFill>
              <a:latin typeface="Calibri"/>
              <a:ea typeface="Calibri"/>
              <a:cs typeface="Calibri"/>
              <a:sym typeface="Calibri"/>
            </a:endParaRPr>
          </a:p>
        </p:txBody>
      </p:sp>
      <p:pic>
        <p:nvPicPr>
          <p:cNvPr id="232" name="Google Shape;232;p26"/>
          <p:cNvPicPr preferRelativeResize="0"/>
          <p:nvPr/>
        </p:nvPicPr>
        <p:blipFill rotWithShape="1">
          <a:blip r:embed="rId7">
            <a:alphaModFix/>
          </a:blip>
          <a:srcRect b="0" l="0" r="0" t="4970"/>
          <a:stretch/>
        </p:blipFill>
        <p:spPr>
          <a:xfrm>
            <a:off x="10910697" y="1"/>
            <a:ext cx="1281312" cy="15603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238" name="Google Shape;238;p27"/>
          <p:cNvSpPr txBox="1"/>
          <p:nvPr/>
        </p:nvSpPr>
        <p:spPr>
          <a:xfrm>
            <a:off x="4917376" y="1068726"/>
            <a:ext cx="8839200" cy="1488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Screenshots of working software:</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p:txBody>
      </p:sp>
      <p:pic>
        <p:nvPicPr>
          <p:cNvPr id="239" name="Google Shape;239;p27"/>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pic>
        <p:nvPicPr>
          <p:cNvPr id="240" name="Google Shape;240;p27"/>
          <p:cNvPicPr preferRelativeResize="0"/>
          <p:nvPr/>
        </p:nvPicPr>
        <p:blipFill>
          <a:blip r:embed="rId4">
            <a:alphaModFix/>
          </a:blip>
          <a:stretch>
            <a:fillRect/>
          </a:stretch>
        </p:blipFill>
        <p:spPr>
          <a:xfrm>
            <a:off x="626350" y="1962250"/>
            <a:ext cx="6630550" cy="3665325"/>
          </a:xfrm>
          <a:prstGeom prst="rect">
            <a:avLst/>
          </a:prstGeom>
          <a:noFill/>
          <a:ln>
            <a:noFill/>
          </a:ln>
        </p:spPr>
      </p:pic>
      <p:pic>
        <p:nvPicPr>
          <p:cNvPr id="241" name="Google Shape;241;p27"/>
          <p:cNvPicPr preferRelativeResize="0"/>
          <p:nvPr/>
        </p:nvPicPr>
        <p:blipFill>
          <a:blip r:embed="rId5">
            <a:alphaModFix/>
          </a:blip>
          <a:stretch>
            <a:fillRect/>
          </a:stretch>
        </p:blipFill>
        <p:spPr>
          <a:xfrm>
            <a:off x="7648375" y="1823175"/>
            <a:ext cx="3257725" cy="3804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8"/>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247" name="Google Shape;247;p28"/>
          <p:cNvSpPr txBox="1"/>
          <p:nvPr/>
        </p:nvSpPr>
        <p:spPr>
          <a:xfrm>
            <a:off x="5192900" y="1087600"/>
            <a:ext cx="8839200" cy="1488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Screenshots of working software:</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p:txBody>
      </p:sp>
      <p:pic>
        <p:nvPicPr>
          <p:cNvPr id="248" name="Google Shape;248;p28"/>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pic>
        <p:nvPicPr>
          <p:cNvPr id="249" name="Google Shape;249;p28"/>
          <p:cNvPicPr preferRelativeResize="0"/>
          <p:nvPr/>
        </p:nvPicPr>
        <p:blipFill>
          <a:blip r:embed="rId4">
            <a:alphaModFix/>
          </a:blip>
          <a:stretch>
            <a:fillRect/>
          </a:stretch>
        </p:blipFill>
        <p:spPr>
          <a:xfrm>
            <a:off x="1022400" y="2021950"/>
            <a:ext cx="10839624" cy="1810525"/>
          </a:xfrm>
          <a:prstGeom prst="rect">
            <a:avLst/>
          </a:prstGeom>
          <a:noFill/>
          <a:ln>
            <a:noFill/>
          </a:ln>
        </p:spPr>
      </p:pic>
      <p:pic>
        <p:nvPicPr>
          <p:cNvPr id="250" name="Google Shape;250;p28"/>
          <p:cNvPicPr preferRelativeResize="0"/>
          <p:nvPr/>
        </p:nvPicPr>
        <p:blipFill>
          <a:blip r:embed="rId5">
            <a:alphaModFix/>
          </a:blip>
          <a:stretch>
            <a:fillRect/>
          </a:stretch>
        </p:blipFill>
        <p:spPr>
          <a:xfrm>
            <a:off x="1111113" y="4091674"/>
            <a:ext cx="10662201" cy="163178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9"/>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256" name="Google Shape;256;p29"/>
          <p:cNvSpPr txBox="1"/>
          <p:nvPr/>
        </p:nvSpPr>
        <p:spPr>
          <a:xfrm>
            <a:off x="5047875" y="1073100"/>
            <a:ext cx="8839200" cy="1488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Screenshots of working software:</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p:txBody>
      </p:sp>
      <p:pic>
        <p:nvPicPr>
          <p:cNvPr id="257" name="Google Shape;257;p29"/>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pic>
        <p:nvPicPr>
          <p:cNvPr id="258" name="Google Shape;258;p29"/>
          <p:cNvPicPr preferRelativeResize="0"/>
          <p:nvPr/>
        </p:nvPicPr>
        <p:blipFill>
          <a:blip r:embed="rId4">
            <a:alphaModFix/>
          </a:blip>
          <a:stretch>
            <a:fillRect/>
          </a:stretch>
        </p:blipFill>
        <p:spPr>
          <a:xfrm>
            <a:off x="543875" y="1901550"/>
            <a:ext cx="8206351" cy="3863035"/>
          </a:xfrm>
          <a:prstGeom prst="rect">
            <a:avLst/>
          </a:prstGeom>
          <a:noFill/>
          <a:ln>
            <a:noFill/>
          </a:ln>
        </p:spPr>
      </p:pic>
      <p:pic>
        <p:nvPicPr>
          <p:cNvPr id="259" name="Google Shape;259;p29"/>
          <p:cNvPicPr preferRelativeResize="0"/>
          <p:nvPr/>
        </p:nvPicPr>
        <p:blipFill>
          <a:blip r:embed="rId5">
            <a:alphaModFix/>
          </a:blip>
          <a:stretch>
            <a:fillRect/>
          </a:stretch>
        </p:blipFill>
        <p:spPr>
          <a:xfrm>
            <a:off x="8880700" y="2467202"/>
            <a:ext cx="2981325" cy="2366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0"/>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265" name="Google Shape;265;p30"/>
          <p:cNvSpPr txBox="1"/>
          <p:nvPr/>
        </p:nvSpPr>
        <p:spPr>
          <a:xfrm>
            <a:off x="2895600" y="1143002"/>
            <a:ext cx="7772400" cy="3693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t/>
            </a:r>
            <a:endParaRPr b="0" i="0" sz="1800" u="none" cap="none" strike="noStrike">
              <a:solidFill>
                <a:schemeClr val="dk1"/>
              </a:solidFill>
              <a:latin typeface="Calibri"/>
              <a:ea typeface="Calibri"/>
              <a:cs typeface="Calibri"/>
              <a:sym typeface="Calibri"/>
            </a:endParaRPr>
          </a:p>
        </p:txBody>
      </p:sp>
      <p:sp>
        <p:nvSpPr>
          <p:cNvPr id="266" name="Google Shape;266;p30"/>
          <p:cNvSpPr txBox="1"/>
          <p:nvPr/>
        </p:nvSpPr>
        <p:spPr>
          <a:xfrm>
            <a:off x="4931576" y="1029601"/>
            <a:ext cx="8839200" cy="1488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Screenshots of working software:</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p:txBody>
      </p:sp>
      <p:pic>
        <p:nvPicPr>
          <p:cNvPr id="267" name="Google Shape;267;p30"/>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pic>
        <p:nvPicPr>
          <p:cNvPr id="268" name="Google Shape;268;p30"/>
          <p:cNvPicPr preferRelativeResize="0"/>
          <p:nvPr/>
        </p:nvPicPr>
        <p:blipFill>
          <a:blip r:embed="rId4">
            <a:alphaModFix/>
          </a:blip>
          <a:stretch>
            <a:fillRect/>
          </a:stretch>
        </p:blipFill>
        <p:spPr>
          <a:xfrm>
            <a:off x="1927626" y="1686601"/>
            <a:ext cx="2739475" cy="2739475"/>
          </a:xfrm>
          <a:prstGeom prst="rect">
            <a:avLst/>
          </a:prstGeom>
          <a:noFill/>
          <a:ln>
            <a:noFill/>
          </a:ln>
        </p:spPr>
      </p:pic>
      <p:pic>
        <p:nvPicPr>
          <p:cNvPr id="269" name="Google Shape;269;p30"/>
          <p:cNvPicPr preferRelativeResize="0"/>
          <p:nvPr/>
        </p:nvPicPr>
        <p:blipFill rotWithShape="1">
          <a:blip r:embed="rId5">
            <a:alphaModFix/>
          </a:blip>
          <a:srcRect b="7948" l="0" r="0" t="3335"/>
          <a:stretch/>
        </p:blipFill>
        <p:spPr>
          <a:xfrm>
            <a:off x="5173350" y="1686600"/>
            <a:ext cx="4717825" cy="2602550"/>
          </a:xfrm>
          <a:prstGeom prst="rect">
            <a:avLst/>
          </a:prstGeom>
          <a:noFill/>
          <a:ln>
            <a:noFill/>
          </a:ln>
        </p:spPr>
      </p:pic>
      <p:pic>
        <p:nvPicPr>
          <p:cNvPr id="270" name="Google Shape;270;p30"/>
          <p:cNvPicPr preferRelativeResize="0"/>
          <p:nvPr/>
        </p:nvPicPr>
        <p:blipFill>
          <a:blip r:embed="rId6">
            <a:alphaModFix/>
          </a:blip>
          <a:stretch>
            <a:fillRect/>
          </a:stretch>
        </p:blipFill>
        <p:spPr>
          <a:xfrm>
            <a:off x="2895600" y="4494925"/>
            <a:ext cx="6401125" cy="1667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276" name="Google Shape;276;p31"/>
          <p:cNvSpPr txBox="1"/>
          <p:nvPr/>
        </p:nvSpPr>
        <p:spPr>
          <a:xfrm>
            <a:off x="2895600" y="1143002"/>
            <a:ext cx="7772400" cy="369300"/>
          </a:xfrm>
          <a:prstGeom prst="rect">
            <a:avLst/>
          </a:prstGeom>
          <a:noFill/>
          <a:ln>
            <a:noFill/>
          </a:ln>
        </p:spPr>
        <p:txBody>
          <a:bodyPr anchorCtr="0" anchor="t" bIns="45700" lIns="91425" spcFirstLastPara="1" rIns="91425" wrap="square" tIns="45700">
            <a:spAutoFit/>
          </a:bodyPr>
          <a:lstStyle/>
          <a:p>
            <a:pPr indent="-342891" lvl="0" marL="342891" marR="0" rtl="0" algn="r">
              <a:lnSpc>
                <a:spcPct val="100000"/>
              </a:lnSpc>
              <a:spcBef>
                <a:spcPts val="0"/>
              </a:spcBef>
              <a:spcAft>
                <a:spcPts val="0"/>
              </a:spcAft>
              <a:buClr>
                <a:schemeClr val="dk1"/>
              </a:buClr>
              <a:buSzPts val="2400"/>
              <a:buFont typeface="Trebuchet MS"/>
              <a:buNone/>
            </a:pPr>
            <a:r>
              <a:t/>
            </a:r>
            <a:endParaRPr b="0" i="0" sz="1800" u="none" cap="none" strike="noStrike">
              <a:solidFill>
                <a:schemeClr val="dk1"/>
              </a:solidFill>
              <a:latin typeface="Calibri"/>
              <a:ea typeface="Calibri"/>
              <a:cs typeface="Calibri"/>
              <a:sym typeface="Calibri"/>
            </a:endParaRPr>
          </a:p>
        </p:txBody>
      </p:sp>
      <p:sp>
        <p:nvSpPr>
          <p:cNvPr id="277" name="Google Shape;277;p31"/>
          <p:cNvSpPr txBox="1"/>
          <p:nvPr/>
        </p:nvSpPr>
        <p:spPr>
          <a:xfrm>
            <a:off x="5192551" y="1015101"/>
            <a:ext cx="8839200" cy="1488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Screenshots of working software:</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p:txBody>
      </p:sp>
      <p:pic>
        <p:nvPicPr>
          <p:cNvPr id="278" name="Google Shape;278;p31"/>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pic>
        <p:nvPicPr>
          <p:cNvPr id="279" name="Google Shape;279;p31"/>
          <p:cNvPicPr preferRelativeResize="0"/>
          <p:nvPr/>
        </p:nvPicPr>
        <p:blipFill>
          <a:blip r:embed="rId4">
            <a:alphaModFix/>
          </a:blip>
          <a:stretch>
            <a:fillRect/>
          </a:stretch>
        </p:blipFill>
        <p:spPr>
          <a:xfrm>
            <a:off x="2037250" y="1785575"/>
            <a:ext cx="3628775" cy="4309775"/>
          </a:xfrm>
          <a:prstGeom prst="rect">
            <a:avLst/>
          </a:prstGeom>
          <a:noFill/>
          <a:ln>
            <a:noFill/>
          </a:ln>
        </p:spPr>
      </p:pic>
      <p:pic>
        <p:nvPicPr>
          <p:cNvPr id="280" name="Google Shape;280;p31"/>
          <p:cNvPicPr preferRelativeResize="0"/>
          <p:nvPr/>
        </p:nvPicPr>
        <p:blipFill>
          <a:blip r:embed="rId5">
            <a:alphaModFix/>
          </a:blip>
          <a:stretch>
            <a:fillRect/>
          </a:stretch>
        </p:blipFill>
        <p:spPr>
          <a:xfrm>
            <a:off x="6096003" y="1916050"/>
            <a:ext cx="4296993" cy="2588550"/>
          </a:xfrm>
          <a:prstGeom prst="rect">
            <a:avLst/>
          </a:prstGeom>
          <a:noFill/>
          <a:ln>
            <a:noFill/>
          </a:ln>
        </p:spPr>
      </p:pic>
      <p:pic>
        <p:nvPicPr>
          <p:cNvPr id="281" name="Google Shape;281;p31"/>
          <p:cNvPicPr preferRelativeResize="0"/>
          <p:nvPr/>
        </p:nvPicPr>
        <p:blipFill rotWithShape="1">
          <a:blip r:embed="rId6">
            <a:alphaModFix/>
          </a:blip>
          <a:srcRect b="-13610" l="8760" r="-8759" t="13610"/>
          <a:stretch/>
        </p:blipFill>
        <p:spPr>
          <a:xfrm>
            <a:off x="6087915" y="4606100"/>
            <a:ext cx="4313163" cy="1560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2"/>
          <p:cNvSpPr/>
          <p:nvPr/>
        </p:nvSpPr>
        <p:spPr>
          <a:xfrm>
            <a:off x="3048000" y="1581155"/>
            <a:ext cx="7620000" cy="36600"/>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400"/>
              <a:buFont typeface="Calibri"/>
              <a:buNone/>
            </a:pPr>
            <a:r>
              <a:t/>
            </a:r>
            <a:endParaRPr b="0" i="0" sz="1400" u="none" cap="none" strike="noStrike">
              <a:solidFill>
                <a:srgbClr val="000000"/>
              </a:solidFill>
              <a:latin typeface="Arial"/>
              <a:ea typeface="Arial"/>
              <a:cs typeface="Arial"/>
              <a:sym typeface="Arial"/>
            </a:endParaRPr>
          </a:p>
        </p:txBody>
      </p:sp>
      <p:sp>
        <p:nvSpPr>
          <p:cNvPr id="287" name="Google Shape;287;p32"/>
          <p:cNvSpPr txBox="1"/>
          <p:nvPr/>
        </p:nvSpPr>
        <p:spPr>
          <a:xfrm>
            <a:off x="5323350" y="1087600"/>
            <a:ext cx="8839200" cy="14880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400"/>
              </a:spcBef>
              <a:spcAft>
                <a:spcPts val="0"/>
              </a:spcAft>
              <a:buClr>
                <a:schemeClr val="dk1"/>
              </a:buClr>
              <a:buSzPts val="2000"/>
              <a:buFont typeface="Calibri"/>
              <a:buNone/>
            </a:pPr>
            <a:r>
              <a:rPr lang="en-US" sz="2800">
                <a:solidFill>
                  <a:schemeClr val="dk1"/>
                </a:solidFill>
                <a:latin typeface="Trebuchet MS"/>
                <a:ea typeface="Trebuchet MS"/>
                <a:cs typeface="Trebuchet MS"/>
                <a:sym typeface="Trebuchet MS"/>
              </a:rPr>
              <a:t>Screenshots of working software:</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a:p>
            <a:pPr indent="-342900" lvl="0" marL="342900" marR="0" rtl="0" algn="l">
              <a:lnSpc>
                <a:spcPct val="100000"/>
              </a:lnSpc>
              <a:spcBef>
                <a:spcPts val="400"/>
              </a:spcBef>
              <a:spcAft>
                <a:spcPts val="0"/>
              </a:spcAft>
              <a:buClr>
                <a:schemeClr val="dk1"/>
              </a:buClr>
              <a:buSzPts val="2000"/>
              <a:buFont typeface="Calibri"/>
              <a:buNone/>
            </a:pPr>
            <a:r>
              <a:t/>
            </a:r>
            <a:endParaRPr sz="2800">
              <a:solidFill>
                <a:schemeClr val="dk1"/>
              </a:solidFill>
              <a:latin typeface="Trebuchet MS"/>
              <a:ea typeface="Trebuchet MS"/>
              <a:cs typeface="Trebuchet MS"/>
              <a:sym typeface="Trebuchet MS"/>
            </a:endParaRPr>
          </a:p>
        </p:txBody>
      </p:sp>
      <p:pic>
        <p:nvPicPr>
          <p:cNvPr id="288" name="Google Shape;288;p32"/>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pic>
        <p:nvPicPr>
          <p:cNvPr id="289" name="Google Shape;289;p32"/>
          <p:cNvPicPr preferRelativeResize="0"/>
          <p:nvPr/>
        </p:nvPicPr>
        <p:blipFill>
          <a:blip r:embed="rId4">
            <a:alphaModFix/>
          </a:blip>
          <a:stretch>
            <a:fillRect/>
          </a:stretch>
        </p:blipFill>
        <p:spPr>
          <a:xfrm>
            <a:off x="1007850" y="2047350"/>
            <a:ext cx="10736499" cy="2931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3"/>
          <p:cNvSpPr/>
          <p:nvPr/>
        </p:nvSpPr>
        <p:spPr>
          <a:xfrm>
            <a:off x="4371485" y="3352800"/>
            <a:ext cx="2506584" cy="707886"/>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accent1"/>
              </a:buClr>
              <a:buSzPts val="4000"/>
              <a:buFont typeface="Trebuchet MS"/>
              <a:buNone/>
            </a:pPr>
            <a:r>
              <a:rPr b="0" i="0" lang="en-US" sz="4000" u="none" cap="none" strike="noStrike">
                <a:solidFill>
                  <a:schemeClr val="accent1"/>
                </a:solidFill>
                <a:latin typeface="Trebuchet MS"/>
                <a:ea typeface="Trebuchet MS"/>
                <a:cs typeface="Trebuchet MS"/>
                <a:sym typeface="Trebuchet MS"/>
              </a:rPr>
              <a:t>Thank You</a:t>
            </a:r>
            <a:endParaRPr b="0" i="0" sz="1800" u="none" cap="none" strike="noStrike">
              <a:solidFill>
                <a:schemeClr val="accent1"/>
              </a:solidFill>
              <a:latin typeface="Calibri"/>
              <a:ea typeface="Calibri"/>
              <a:cs typeface="Calibri"/>
              <a:sym typeface="Calibri"/>
            </a:endParaRPr>
          </a:p>
        </p:txBody>
      </p:sp>
      <p:pic>
        <p:nvPicPr>
          <p:cNvPr id="295" name="Google Shape;295;p33"/>
          <p:cNvPicPr preferRelativeResize="0"/>
          <p:nvPr/>
        </p:nvPicPr>
        <p:blipFill rotWithShape="1">
          <a:blip r:embed="rId3">
            <a:alphaModFix/>
          </a:blip>
          <a:srcRect b="0" l="0" r="0" t="4970"/>
          <a:stretch/>
        </p:blipFill>
        <p:spPr>
          <a:xfrm>
            <a:off x="10580722" y="1"/>
            <a:ext cx="1281312" cy="156035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